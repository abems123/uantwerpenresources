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46"/>
  </p:notesMasterIdLst>
  <p:sldIdLst>
    <p:sldId id="256" r:id="rId2"/>
    <p:sldId id="348" r:id="rId3"/>
    <p:sldId id="263" r:id="rId4"/>
    <p:sldId id="354" r:id="rId5"/>
    <p:sldId id="358" r:id="rId6"/>
    <p:sldId id="359" r:id="rId7"/>
    <p:sldId id="361" r:id="rId8"/>
    <p:sldId id="355" r:id="rId9"/>
    <p:sldId id="357" r:id="rId10"/>
    <p:sldId id="362" r:id="rId11"/>
    <p:sldId id="379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87" r:id="rId25"/>
    <p:sldId id="375" r:id="rId26"/>
    <p:sldId id="376" r:id="rId27"/>
    <p:sldId id="377" r:id="rId28"/>
    <p:sldId id="378" r:id="rId29"/>
    <p:sldId id="382" r:id="rId30"/>
    <p:sldId id="388" r:id="rId31"/>
    <p:sldId id="389" r:id="rId32"/>
    <p:sldId id="390" r:id="rId33"/>
    <p:sldId id="391" r:id="rId34"/>
    <p:sldId id="392" r:id="rId35"/>
    <p:sldId id="393" r:id="rId36"/>
    <p:sldId id="394" r:id="rId37"/>
    <p:sldId id="395" r:id="rId38"/>
    <p:sldId id="396" r:id="rId39"/>
    <p:sldId id="380" r:id="rId40"/>
    <p:sldId id="381" r:id="rId41"/>
    <p:sldId id="383" r:id="rId42"/>
    <p:sldId id="384" r:id="rId43"/>
    <p:sldId id="385" r:id="rId44"/>
    <p:sldId id="386" r:id="rId45"/>
  </p:sldIdLst>
  <p:sldSz cx="9144000" cy="5143500" type="screen16x9"/>
  <p:notesSz cx="6858000" cy="9144000"/>
  <p:embeddedFontLst>
    <p:embeddedFont>
      <p:font typeface="Aldrich" panose="020B0604020202020204" charset="0"/>
      <p:regular r:id="rId47"/>
    </p:embeddedFont>
    <p:embeddedFont>
      <p:font typeface="Cambria Math" panose="02040503050406030204" pitchFamily="18" charset="0"/>
      <p:regular r:id="rId48"/>
    </p:embeddedFont>
    <p:embeddedFont>
      <p:font typeface="Century Gothic" panose="020B0502020202020204" pitchFamily="34" charset="0"/>
      <p:regular r:id="rId49"/>
      <p:bold r:id="rId50"/>
      <p:italic r:id="rId51"/>
      <p:boldItalic r:id="rId52"/>
    </p:embeddedFont>
    <p:embeddedFont>
      <p:font typeface="Didact Gothic" panose="00000500000000000000" pitchFamily="2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29158E-518A-43E2-9EA4-46D35B15BF13}">
  <a:tblStyle styleId="{2829158E-518A-43E2-9EA4-46D35B15BF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53de5052a6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53de5052a6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A8119CFD-60F5-AFB3-43F1-C05FEE67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53de5052a6_0_504:notes">
            <a:extLst>
              <a:ext uri="{FF2B5EF4-FFF2-40B4-BE49-F238E27FC236}">
                <a16:creationId xmlns:a16="http://schemas.microsoft.com/office/drawing/2014/main" id="{476A1EAE-F22B-2FCD-4154-7CBB81D96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53de5052a6_0_504:notes">
            <a:extLst>
              <a:ext uri="{FF2B5EF4-FFF2-40B4-BE49-F238E27FC236}">
                <a16:creationId xmlns:a16="http://schemas.microsoft.com/office/drawing/2014/main" id="{2B01D78C-1A5A-E462-1CBC-27999E3AF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0350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E54CB6D1-92F8-4C73-6FB7-1AA96B64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042A671C-1232-D302-C4BA-FC6EC0AEAD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749701DA-0E7A-0415-E4C0-26DB2D5C33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8001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6B7118DA-7557-F2A9-CE21-77354E57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7E49CFF3-03C9-C193-C4D2-8540508D8C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4FA9E0EA-A918-A7D8-2C92-AB4939805D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682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A4ED4D08-BCD1-04B8-CF36-7D3D8126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F4B4220C-F777-4169-5797-863B27709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D53019CF-4F79-7424-C726-AE579B933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6037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4B7A5666-0829-9FA2-A4A2-4FC4F2C6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84DC3BED-CA8E-7084-1F8E-AEC3733C0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CAB183E1-B803-EF50-E809-E037E9D1B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287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A47F1C37-3C31-B781-FC30-02110A4D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C3BA3BE9-A1EC-660A-B100-510B11F38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5EE59B7A-9C3F-FD6E-D41F-C0CBB3BB8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211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CC642F74-C49F-7A4D-7714-7503D823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BA73F9FC-D84B-99F6-333F-058F2E524C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65937F62-DC29-DB4E-F2EE-B6F309638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3545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0F8E5C16-54D2-B515-B13B-4D914756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D1D8BB79-5EC6-D02E-5A3D-02A0094C0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202683F6-1C4F-A4D5-A9B2-E4476C1E1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932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A7E1E7F5-8376-2742-9FAD-8B45882F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24C097F6-CD31-BD34-0289-17C21E62C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D9BAD046-2370-D2A9-4F3D-411B38234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127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5B6D532A-A2B5-8ED9-63A3-B76374499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54364C71-286B-73DD-74EF-38FD8E386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6E8CE602-7714-74B0-5804-62063E22D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93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714D2A7A-E0E6-5D98-3DC3-387B522A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AD8CF286-8000-FD63-A041-49F769CAB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4E1981F8-8177-2FFA-C1A8-56F764717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0323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F347401A-4EF3-07A7-29ED-7FB6EA30A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C1A53E3C-9268-EA01-B892-6DBBCC7339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5789B843-7A28-FD50-A0F1-90020CC70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0920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F1D8E8C5-8E5B-9710-0FD4-F664E5770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3CC2DC30-4746-A892-31D2-5C21D15D1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F58B7F90-0397-45F1-62BB-9B3B90321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629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E0D5B532-8571-9758-45FD-4AA8B62A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1105AC89-4A58-5C14-2C38-2146CED85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77A04B48-26B7-60AF-F133-DF0820909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8232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B2EF4588-F5AA-107A-92BF-86826B62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7C13E7EE-32AC-7A00-0266-22A755E313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E5113CB6-D3AE-DE3B-7E27-4D76F6D91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7050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2BDE9FAF-BFB9-32FB-4812-DB55C803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9108DF82-C259-FB71-4F8B-58D952DC9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D62B03CB-255E-0AFC-EC9A-C8F59024B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823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42602164-B24C-BE7C-2F38-FA5DCA86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70E136FB-65BD-67CB-73CF-DB16861DFC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EFE1C105-2995-2884-2D26-7FB6616BB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639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E6CE7DA7-CE95-D6C1-4678-DBCE9BF9E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C5F327B8-0826-6AF5-2F49-D49B3168E7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2927B3E2-92D5-CE26-C91D-99BA06F0E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3201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BA34D215-C47A-D904-2761-E9FBEB971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242D90DD-FAA4-179C-C422-8AF49533F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F86FD1B9-6DCC-10A4-1A7B-917539D85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593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44279713-D9D1-24CD-D81D-C50523E6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2047A2CE-3C83-BFA3-6A3A-9ED236D59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3A1A1B64-42F1-872B-2152-04EDF9776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2271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CC2D6078-57FD-2EF7-321A-0EA4615CD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F474B8D6-AA2F-4447-4F2E-DDC96470A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E873C02B-2128-E801-62F3-80A4E3A54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9146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>
          <a:extLst>
            <a:ext uri="{FF2B5EF4-FFF2-40B4-BE49-F238E27FC236}">
              <a16:creationId xmlns:a16="http://schemas.microsoft.com/office/drawing/2014/main" id="{807347B6-6ACA-A517-3A73-480535E8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9fa85cf4fd_0_3:notes">
            <a:extLst>
              <a:ext uri="{FF2B5EF4-FFF2-40B4-BE49-F238E27FC236}">
                <a16:creationId xmlns:a16="http://schemas.microsoft.com/office/drawing/2014/main" id="{99458AEA-018B-8331-3FC4-E018FCAAA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9fa85cf4fd_0_3:notes">
            <a:extLst>
              <a:ext uri="{FF2B5EF4-FFF2-40B4-BE49-F238E27FC236}">
                <a16:creationId xmlns:a16="http://schemas.microsoft.com/office/drawing/2014/main" id="{83370379-FB42-300F-FE09-7ECB9322BC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6863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FE6EB426-4A0B-5E87-AD40-D9308053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5AB89014-699E-4556-156A-360D288426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631F634F-DA16-BEAD-47B5-CAF784322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757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14F53C66-8F25-8CC3-6EF2-31690244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B2A9EC85-DD0D-B210-00BD-4BC64120B1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646081DD-A58F-4CF4-1070-13AACBB4D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2934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94B89FD8-2083-37C5-6370-1D7C1C4CE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42B9653E-10CD-6427-C077-46E2DBC24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11964FED-F6A8-F4C9-8814-0F3A5842CE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8556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232F6F5E-0944-DD94-8C35-EDACB1D4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4CB1D7AD-8F24-085B-8022-FA4C88A2DE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DD671221-C2A8-210C-F70E-3A7D9609F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7917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9F9E273E-7D30-4921-D4D4-E3A45557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E9F9C153-6E70-C0DA-97D9-2DCC800FB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70B23F3E-02EC-3BD0-CBB3-C1DCF8B3F5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92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8DE5039F-8E64-13F5-9DA3-7D19F4A5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F5AA0DEB-FB35-0386-28B4-65256E4A16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14F1097D-3F0F-029D-0976-1189905EE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7167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F99E4BAC-73AA-8F31-FB5E-F5F7D302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B174F4DC-E618-4102-F0DB-F29EC39BB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FE2D1FA0-4A37-8443-81E6-A3E2478C4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99036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7B6BEE16-AAC7-BE56-D3E6-C62A18B5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B7D6A643-F746-98B7-D436-12C194E18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4B1E27E8-7D83-F5AD-CC28-6CDCF5E3D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1352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2FF01E00-558B-F934-056E-2E723A80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DFC54059-B7FD-A134-DD80-268E30E79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D9C617BB-6CBC-9ED4-FB2A-D66AA8F03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5539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7A54921D-A980-6DFE-E97C-4E3DEFC3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53BA1495-C05B-47E2-1A98-7D1ED15F2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A36B9DF0-B83C-89DD-F690-3D1A32D9E3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1920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A9F2C40A-FA44-2A2B-6147-F3D47B99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2DB31BC3-A2DC-32CC-8CF5-71077A141D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DD79E6B8-F42D-3372-B1F0-00D68641B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9030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E0D4329F-50DD-FFAD-3BCA-1DAC69CD6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BD9809E6-A8E1-6755-93DB-7EB6216285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9FDB643A-44FE-9611-7BB7-7F12436BC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6864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860AF98E-BAE3-8D03-5B64-3E662D3B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F99FEFD8-46F7-4ABE-22F6-9E8C9BCF1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699B8E0E-6EA9-3386-8A24-F2A416E74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9709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8D2B638A-78C0-8E65-AE05-8BE0F6243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2BC45266-1882-67E5-8353-D158FDF8F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A1416EB1-B96E-CCF0-7E84-1C2BA3C4D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0096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0D21E590-5C9F-3F9D-D307-05C36E98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FA6DC13D-2AD5-F22E-C279-3441A0799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6B3250F0-085B-E129-F0BA-8D6A5F436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2662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FC3D9B4A-057B-392E-4246-D20289BD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5C4250B1-0CE6-86DB-5844-715F9B51D5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3B382C3E-B86C-CF50-E41C-C5E2B8715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1491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DD48B2FF-B92B-7A4C-7FD4-569253AE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1D3D3E3D-5643-8DF3-9C78-3CA2CE671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5CF4739D-47D5-2436-D484-66AD7D822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182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06F95E6F-8B66-6301-BDF7-197F6F29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52A78F7F-705D-1234-2B17-81DC6CCEA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8AA84009-CA7A-F809-2F7F-D092C8275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191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01C33E8D-1CBC-B22D-560C-CA748528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B8C61477-F1D7-488D-BEAE-F5DB42399A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2AA22D85-4007-F6CE-0355-7356F8880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7502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>
          <a:extLst>
            <a:ext uri="{FF2B5EF4-FFF2-40B4-BE49-F238E27FC236}">
              <a16:creationId xmlns:a16="http://schemas.microsoft.com/office/drawing/2014/main" id="{2C116D96-4DF9-842D-CB73-9C3ACC658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a745d1862b_0_846:notes">
            <a:extLst>
              <a:ext uri="{FF2B5EF4-FFF2-40B4-BE49-F238E27FC236}">
                <a16:creationId xmlns:a16="http://schemas.microsoft.com/office/drawing/2014/main" id="{6A49632B-026B-3B81-6078-EF430A5EE9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a745d1862b_0_846:notes">
            <a:extLst>
              <a:ext uri="{FF2B5EF4-FFF2-40B4-BE49-F238E27FC236}">
                <a16:creationId xmlns:a16="http://schemas.microsoft.com/office/drawing/2014/main" id="{6414C4BB-2A4B-7210-CB1B-ACBC4CF29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21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55151" y="2785291"/>
            <a:ext cx="2526614" cy="874564"/>
            <a:chOff x="3457434" y="4469778"/>
            <a:chExt cx="1572451" cy="544289"/>
          </a:xfrm>
        </p:grpSpPr>
        <p:sp>
          <p:nvSpPr>
            <p:cNvPr id="10" name="Google Shape;10;p2"/>
            <p:cNvSpPr/>
            <p:nvPr/>
          </p:nvSpPr>
          <p:spPr>
            <a:xfrm>
              <a:off x="3457434" y="4667694"/>
              <a:ext cx="1467538" cy="346372"/>
            </a:xfrm>
            <a:custGeom>
              <a:avLst/>
              <a:gdLst/>
              <a:ahLst/>
              <a:cxnLst/>
              <a:rect l="l" t="t" r="r" b="b"/>
              <a:pathLst>
                <a:path w="60617" h="14307" extrusionOk="0">
                  <a:moveTo>
                    <a:pt x="7848" y="0"/>
                  </a:moveTo>
                  <a:cubicBezTo>
                    <a:pt x="3393" y="0"/>
                    <a:pt x="1" y="3229"/>
                    <a:pt x="1" y="7153"/>
                  </a:cubicBezTo>
                  <a:cubicBezTo>
                    <a:pt x="1" y="11077"/>
                    <a:pt x="3393" y="14306"/>
                    <a:pt x="7848" y="14306"/>
                  </a:cubicBezTo>
                  <a:lnTo>
                    <a:pt x="60617" y="14306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531662" y="4713209"/>
              <a:ext cx="1393310" cy="255319"/>
            </a:xfrm>
            <a:custGeom>
              <a:avLst/>
              <a:gdLst/>
              <a:ahLst/>
              <a:cxnLst/>
              <a:rect l="l" t="t" r="r" b="b"/>
              <a:pathLst>
                <a:path w="57551" h="10546" extrusionOk="0">
                  <a:moveTo>
                    <a:pt x="7480" y="0"/>
                  </a:moveTo>
                  <a:cubicBezTo>
                    <a:pt x="3393" y="0"/>
                    <a:pt x="0" y="2371"/>
                    <a:pt x="0" y="5273"/>
                  </a:cubicBezTo>
                  <a:cubicBezTo>
                    <a:pt x="0" y="8175"/>
                    <a:pt x="3393" y="10546"/>
                    <a:pt x="7480" y="10546"/>
                  </a:cubicBezTo>
                  <a:lnTo>
                    <a:pt x="57551" y="10546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531662" y="4750807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598337" y="4741898"/>
              <a:ext cx="1422023" cy="16850"/>
            </a:xfrm>
            <a:custGeom>
              <a:avLst/>
              <a:gdLst/>
              <a:ahLst/>
              <a:cxnLst/>
              <a:rect l="l" t="t" r="r" b="b"/>
              <a:pathLst>
                <a:path w="58737" h="696" extrusionOk="0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531662" y="4812156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531662" y="4804239"/>
              <a:ext cx="1422023" cy="15858"/>
            </a:xfrm>
            <a:custGeom>
              <a:avLst/>
              <a:gdLst/>
              <a:ahLst/>
              <a:cxnLst/>
              <a:rect l="l" t="t" r="r" b="b"/>
              <a:pathLst>
                <a:path w="58737" h="655" extrusionOk="0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531662" y="4869557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531662" y="4861641"/>
              <a:ext cx="1422023" cy="16850"/>
            </a:xfrm>
            <a:custGeom>
              <a:avLst/>
              <a:gdLst/>
              <a:ahLst/>
              <a:cxnLst/>
              <a:rect l="l" t="t" r="r" b="b"/>
              <a:pathLst>
                <a:path w="58737" h="696" extrusionOk="0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531662" y="4931898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607862" y="4923982"/>
              <a:ext cx="1422023" cy="15858"/>
            </a:xfrm>
            <a:custGeom>
              <a:avLst/>
              <a:gdLst/>
              <a:ahLst/>
              <a:cxnLst/>
              <a:rect l="l" t="t" r="r" b="b"/>
              <a:pathLst>
                <a:path w="58737" h="655" extrusionOk="0">
                  <a:moveTo>
                    <a:pt x="0" y="0"/>
                  </a:moveTo>
                  <a:lnTo>
                    <a:pt x="0" y="654"/>
                  </a:lnTo>
                  <a:lnTo>
                    <a:pt x="58736" y="654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457434" y="4469778"/>
              <a:ext cx="1467538" cy="197941"/>
            </a:xfrm>
            <a:custGeom>
              <a:avLst/>
              <a:gdLst/>
              <a:ahLst/>
              <a:cxnLst/>
              <a:rect l="l" t="t" r="r" b="b"/>
              <a:pathLst>
                <a:path w="60617" h="8176" extrusionOk="0">
                  <a:moveTo>
                    <a:pt x="7848" y="0"/>
                  </a:moveTo>
                  <a:cubicBezTo>
                    <a:pt x="3393" y="0"/>
                    <a:pt x="1" y="1881"/>
                    <a:pt x="1" y="4088"/>
                  </a:cubicBezTo>
                  <a:cubicBezTo>
                    <a:pt x="1" y="6295"/>
                    <a:pt x="3393" y="8175"/>
                    <a:pt x="7848" y="8175"/>
                  </a:cubicBezTo>
                  <a:lnTo>
                    <a:pt x="60617" y="8175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531662" y="4494520"/>
              <a:ext cx="1393310" cy="144485"/>
            </a:xfrm>
            <a:custGeom>
              <a:avLst/>
              <a:gdLst/>
              <a:ahLst/>
              <a:cxnLst/>
              <a:rect l="l" t="t" r="r" b="b"/>
              <a:pathLst>
                <a:path w="57551" h="5968" extrusionOk="0">
                  <a:moveTo>
                    <a:pt x="7480" y="0"/>
                  </a:moveTo>
                  <a:cubicBezTo>
                    <a:pt x="3393" y="0"/>
                    <a:pt x="0" y="1390"/>
                    <a:pt x="0" y="3066"/>
                  </a:cubicBezTo>
                  <a:cubicBezTo>
                    <a:pt x="0" y="4782"/>
                    <a:pt x="3393" y="5968"/>
                    <a:pt x="7480" y="5968"/>
                  </a:cubicBezTo>
                  <a:lnTo>
                    <a:pt x="57551" y="5968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531662" y="4515293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607862" y="4507376"/>
              <a:ext cx="1422023" cy="15858"/>
            </a:xfrm>
            <a:custGeom>
              <a:avLst/>
              <a:gdLst/>
              <a:ahLst/>
              <a:cxnLst/>
              <a:rect l="l" t="t" r="r" b="b"/>
              <a:pathLst>
                <a:path w="58737" h="655" extrusionOk="0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531662" y="4552891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541187" y="4543981"/>
              <a:ext cx="1422023" cy="16850"/>
            </a:xfrm>
            <a:custGeom>
              <a:avLst/>
              <a:gdLst/>
              <a:ahLst/>
              <a:cxnLst/>
              <a:rect l="l" t="t" r="r" b="b"/>
              <a:pathLst>
                <a:path w="58737" h="696" extrusionOk="0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531662" y="4585550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31662" y="4618209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607862" y="4610293"/>
              <a:ext cx="1422023" cy="16850"/>
            </a:xfrm>
            <a:custGeom>
              <a:avLst/>
              <a:gdLst/>
              <a:ahLst/>
              <a:cxnLst/>
              <a:rect l="l" t="t" r="r" b="b"/>
              <a:pathLst>
                <a:path w="58737" h="696" extrusionOk="0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41187" y="4577633"/>
              <a:ext cx="1422023" cy="15858"/>
            </a:xfrm>
            <a:custGeom>
              <a:avLst/>
              <a:gdLst/>
              <a:ahLst/>
              <a:cxnLst/>
              <a:rect l="l" t="t" r="r" b="b"/>
              <a:pathLst>
                <a:path w="58737" h="655" extrusionOk="0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02751" y="3680641"/>
            <a:ext cx="2526614" cy="874564"/>
            <a:chOff x="3457434" y="4469778"/>
            <a:chExt cx="1572451" cy="544289"/>
          </a:xfrm>
        </p:grpSpPr>
        <p:sp>
          <p:nvSpPr>
            <p:cNvPr id="31" name="Google Shape;31;p2"/>
            <p:cNvSpPr/>
            <p:nvPr/>
          </p:nvSpPr>
          <p:spPr>
            <a:xfrm>
              <a:off x="3457434" y="4667694"/>
              <a:ext cx="1467538" cy="346372"/>
            </a:xfrm>
            <a:custGeom>
              <a:avLst/>
              <a:gdLst/>
              <a:ahLst/>
              <a:cxnLst/>
              <a:rect l="l" t="t" r="r" b="b"/>
              <a:pathLst>
                <a:path w="60617" h="14307" extrusionOk="0">
                  <a:moveTo>
                    <a:pt x="7848" y="0"/>
                  </a:moveTo>
                  <a:cubicBezTo>
                    <a:pt x="3393" y="0"/>
                    <a:pt x="1" y="3229"/>
                    <a:pt x="1" y="7153"/>
                  </a:cubicBezTo>
                  <a:cubicBezTo>
                    <a:pt x="1" y="11077"/>
                    <a:pt x="3393" y="14306"/>
                    <a:pt x="7848" y="14306"/>
                  </a:cubicBezTo>
                  <a:lnTo>
                    <a:pt x="60617" y="14306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531662" y="4713209"/>
              <a:ext cx="1393310" cy="255319"/>
            </a:xfrm>
            <a:custGeom>
              <a:avLst/>
              <a:gdLst/>
              <a:ahLst/>
              <a:cxnLst/>
              <a:rect l="l" t="t" r="r" b="b"/>
              <a:pathLst>
                <a:path w="57551" h="10546" extrusionOk="0">
                  <a:moveTo>
                    <a:pt x="7480" y="0"/>
                  </a:moveTo>
                  <a:cubicBezTo>
                    <a:pt x="3393" y="0"/>
                    <a:pt x="0" y="2371"/>
                    <a:pt x="0" y="5273"/>
                  </a:cubicBezTo>
                  <a:cubicBezTo>
                    <a:pt x="0" y="8175"/>
                    <a:pt x="3393" y="10546"/>
                    <a:pt x="7480" y="10546"/>
                  </a:cubicBezTo>
                  <a:lnTo>
                    <a:pt x="57551" y="10546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531662" y="4750807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598337" y="4741898"/>
              <a:ext cx="1422023" cy="16850"/>
            </a:xfrm>
            <a:custGeom>
              <a:avLst/>
              <a:gdLst/>
              <a:ahLst/>
              <a:cxnLst/>
              <a:rect l="l" t="t" r="r" b="b"/>
              <a:pathLst>
                <a:path w="58737" h="696" extrusionOk="0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531662" y="4812156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531662" y="4804239"/>
              <a:ext cx="1422023" cy="15858"/>
            </a:xfrm>
            <a:custGeom>
              <a:avLst/>
              <a:gdLst/>
              <a:ahLst/>
              <a:cxnLst/>
              <a:rect l="l" t="t" r="r" b="b"/>
              <a:pathLst>
                <a:path w="58737" h="655" extrusionOk="0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531662" y="4869557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531662" y="4861641"/>
              <a:ext cx="1422023" cy="16850"/>
            </a:xfrm>
            <a:custGeom>
              <a:avLst/>
              <a:gdLst/>
              <a:ahLst/>
              <a:cxnLst/>
              <a:rect l="l" t="t" r="r" b="b"/>
              <a:pathLst>
                <a:path w="58737" h="696" extrusionOk="0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531662" y="4931898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607862" y="4923982"/>
              <a:ext cx="1422023" cy="15858"/>
            </a:xfrm>
            <a:custGeom>
              <a:avLst/>
              <a:gdLst/>
              <a:ahLst/>
              <a:cxnLst/>
              <a:rect l="l" t="t" r="r" b="b"/>
              <a:pathLst>
                <a:path w="58737" h="655" extrusionOk="0">
                  <a:moveTo>
                    <a:pt x="0" y="0"/>
                  </a:moveTo>
                  <a:lnTo>
                    <a:pt x="0" y="654"/>
                  </a:lnTo>
                  <a:lnTo>
                    <a:pt x="58736" y="654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457434" y="4469778"/>
              <a:ext cx="1467538" cy="197941"/>
            </a:xfrm>
            <a:custGeom>
              <a:avLst/>
              <a:gdLst/>
              <a:ahLst/>
              <a:cxnLst/>
              <a:rect l="l" t="t" r="r" b="b"/>
              <a:pathLst>
                <a:path w="60617" h="8176" extrusionOk="0">
                  <a:moveTo>
                    <a:pt x="7848" y="0"/>
                  </a:moveTo>
                  <a:cubicBezTo>
                    <a:pt x="3393" y="0"/>
                    <a:pt x="1" y="1881"/>
                    <a:pt x="1" y="4088"/>
                  </a:cubicBezTo>
                  <a:cubicBezTo>
                    <a:pt x="1" y="6295"/>
                    <a:pt x="3393" y="8175"/>
                    <a:pt x="7848" y="8175"/>
                  </a:cubicBezTo>
                  <a:lnTo>
                    <a:pt x="60617" y="8175"/>
                  </a:lnTo>
                  <a:lnTo>
                    <a:pt x="60617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531662" y="4494520"/>
              <a:ext cx="1393310" cy="144485"/>
            </a:xfrm>
            <a:custGeom>
              <a:avLst/>
              <a:gdLst/>
              <a:ahLst/>
              <a:cxnLst/>
              <a:rect l="l" t="t" r="r" b="b"/>
              <a:pathLst>
                <a:path w="57551" h="5968" extrusionOk="0">
                  <a:moveTo>
                    <a:pt x="7480" y="0"/>
                  </a:moveTo>
                  <a:cubicBezTo>
                    <a:pt x="3393" y="0"/>
                    <a:pt x="0" y="1390"/>
                    <a:pt x="0" y="3066"/>
                  </a:cubicBezTo>
                  <a:cubicBezTo>
                    <a:pt x="0" y="4782"/>
                    <a:pt x="3393" y="5968"/>
                    <a:pt x="7480" y="5968"/>
                  </a:cubicBezTo>
                  <a:lnTo>
                    <a:pt x="57551" y="5968"/>
                  </a:lnTo>
                  <a:lnTo>
                    <a:pt x="575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531662" y="4536065"/>
              <a:ext cx="477978" cy="102941"/>
            </a:xfrm>
            <a:custGeom>
              <a:avLst/>
              <a:gdLst/>
              <a:ahLst/>
              <a:cxnLst/>
              <a:rect l="l" t="t" r="r" b="b"/>
              <a:pathLst>
                <a:path w="19743" h="4252" extrusionOk="0">
                  <a:moveTo>
                    <a:pt x="859" y="1"/>
                  </a:moveTo>
                  <a:cubicBezTo>
                    <a:pt x="327" y="328"/>
                    <a:pt x="0" y="859"/>
                    <a:pt x="0" y="1350"/>
                  </a:cubicBezTo>
                  <a:cubicBezTo>
                    <a:pt x="0" y="3066"/>
                    <a:pt x="3393" y="4252"/>
                    <a:pt x="7480" y="4252"/>
                  </a:cubicBezTo>
                  <a:lnTo>
                    <a:pt x="19742" y="4252"/>
                  </a:lnTo>
                  <a:cubicBezTo>
                    <a:pt x="12753" y="3761"/>
                    <a:pt x="4946" y="2739"/>
                    <a:pt x="8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531662" y="4515293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607862" y="4507376"/>
              <a:ext cx="1422023" cy="15858"/>
            </a:xfrm>
            <a:custGeom>
              <a:avLst/>
              <a:gdLst/>
              <a:ahLst/>
              <a:cxnLst/>
              <a:rect l="l" t="t" r="r" b="b"/>
              <a:pathLst>
                <a:path w="58737" h="655" extrusionOk="0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531662" y="4552891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541187" y="4543981"/>
              <a:ext cx="1422023" cy="16850"/>
            </a:xfrm>
            <a:custGeom>
              <a:avLst/>
              <a:gdLst/>
              <a:ahLst/>
              <a:cxnLst/>
              <a:rect l="l" t="t" r="r" b="b"/>
              <a:pathLst>
                <a:path w="58737" h="696" extrusionOk="0">
                  <a:moveTo>
                    <a:pt x="0" y="1"/>
                  </a:moveTo>
                  <a:lnTo>
                    <a:pt x="0" y="696"/>
                  </a:lnTo>
                  <a:lnTo>
                    <a:pt x="58736" y="696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531662" y="4585550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1"/>
                  </a:moveTo>
                  <a:lnTo>
                    <a:pt x="587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531662" y="4618209"/>
              <a:ext cx="1422023" cy="24"/>
            </a:xfrm>
            <a:custGeom>
              <a:avLst/>
              <a:gdLst/>
              <a:ahLst/>
              <a:cxnLst/>
              <a:rect l="l" t="t" r="r" b="b"/>
              <a:pathLst>
                <a:path w="58737" h="1" extrusionOk="0">
                  <a:moveTo>
                    <a:pt x="0" y="0"/>
                  </a:moveTo>
                  <a:lnTo>
                    <a:pt x="58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607862" y="4610293"/>
              <a:ext cx="1422023" cy="16850"/>
            </a:xfrm>
            <a:custGeom>
              <a:avLst/>
              <a:gdLst/>
              <a:ahLst/>
              <a:cxnLst/>
              <a:rect l="l" t="t" r="r" b="b"/>
              <a:pathLst>
                <a:path w="58737" h="696" extrusionOk="0">
                  <a:moveTo>
                    <a:pt x="0" y="0"/>
                  </a:moveTo>
                  <a:lnTo>
                    <a:pt x="0" y="695"/>
                  </a:lnTo>
                  <a:lnTo>
                    <a:pt x="58736" y="695"/>
                  </a:lnTo>
                  <a:lnTo>
                    <a:pt x="58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541187" y="4577633"/>
              <a:ext cx="1422023" cy="15858"/>
            </a:xfrm>
            <a:custGeom>
              <a:avLst/>
              <a:gdLst/>
              <a:ahLst/>
              <a:cxnLst/>
              <a:rect l="l" t="t" r="r" b="b"/>
              <a:pathLst>
                <a:path w="58737" h="655" extrusionOk="0">
                  <a:moveTo>
                    <a:pt x="0" y="1"/>
                  </a:moveTo>
                  <a:lnTo>
                    <a:pt x="0" y="655"/>
                  </a:lnTo>
                  <a:lnTo>
                    <a:pt x="58736" y="655"/>
                  </a:lnTo>
                  <a:lnTo>
                    <a:pt x="587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7228313" y="-114309"/>
            <a:ext cx="1915697" cy="4616272"/>
            <a:chOff x="7899913" y="-114309"/>
            <a:chExt cx="1915697" cy="4616272"/>
          </a:xfrm>
        </p:grpSpPr>
        <p:sp>
          <p:nvSpPr>
            <p:cNvPr id="53" name="Google Shape;53;p2"/>
            <p:cNvSpPr/>
            <p:nvPr/>
          </p:nvSpPr>
          <p:spPr>
            <a:xfrm>
              <a:off x="8606186" y="3608365"/>
              <a:ext cx="39" cy="483371"/>
            </a:xfrm>
            <a:custGeom>
              <a:avLst/>
              <a:gdLst/>
              <a:ahLst/>
              <a:cxnLst/>
              <a:rect l="l" t="t" r="r" b="b"/>
              <a:pathLst>
                <a:path w="1" h="12426" extrusionOk="0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8566430" y="3568608"/>
              <a:ext cx="79551" cy="562883"/>
            </a:xfrm>
            <a:custGeom>
              <a:avLst/>
              <a:gdLst/>
              <a:ahLst/>
              <a:cxnLst/>
              <a:rect l="l" t="t" r="r" b="b"/>
              <a:pathLst>
                <a:path w="2045" h="14470" extrusionOk="0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chemeClr val="accent1">
                <a:alpha val="12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8798589" y="3873900"/>
              <a:ext cx="39" cy="483371"/>
            </a:xfrm>
            <a:custGeom>
              <a:avLst/>
              <a:gdLst/>
              <a:ahLst/>
              <a:cxnLst/>
              <a:rect l="l" t="t" r="r" b="b"/>
              <a:pathLst>
                <a:path w="1" h="12426" extrusionOk="0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8758832" y="3834144"/>
              <a:ext cx="79551" cy="562883"/>
            </a:xfrm>
            <a:custGeom>
              <a:avLst/>
              <a:gdLst/>
              <a:ahLst/>
              <a:cxnLst/>
              <a:rect l="l" t="t" r="r" b="b"/>
              <a:pathLst>
                <a:path w="2045" h="14470" extrusionOk="0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chemeClr val="accent1">
                <a:alpha val="12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7899913" y="-114309"/>
              <a:ext cx="1238654" cy="3139619"/>
            </a:xfrm>
            <a:custGeom>
              <a:avLst/>
              <a:gdLst/>
              <a:ahLst/>
              <a:cxnLst/>
              <a:rect l="l" t="t" r="r" b="b"/>
              <a:pathLst>
                <a:path w="31842" h="80710" extrusionOk="0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6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8119015" y="89647"/>
              <a:ext cx="596298" cy="2776176"/>
            </a:xfrm>
            <a:custGeom>
              <a:avLst/>
              <a:gdLst/>
              <a:ahLst/>
              <a:cxnLst/>
              <a:rect l="l" t="t" r="r" b="b"/>
              <a:pathLst>
                <a:path w="15329" h="71367" extrusionOk="0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424307" y="938692"/>
              <a:ext cx="111332" cy="318046"/>
            </a:xfrm>
            <a:custGeom>
              <a:avLst/>
              <a:gdLst/>
              <a:ahLst/>
              <a:cxnLst/>
              <a:rect l="l" t="t" r="r" b="b"/>
              <a:pathLst>
                <a:path w="2862" h="8176" extrusionOk="0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8788417" y="298310"/>
              <a:ext cx="1027193" cy="2682583"/>
            </a:xfrm>
            <a:custGeom>
              <a:avLst/>
              <a:gdLst/>
              <a:ahLst/>
              <a:cxnLst/>
              <a:rect l="l" t="t" r="r" b="b"/>
              <a:pathLst>
                <a:path w="26406" h="68961" extrusionOk="0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6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179562" y="495109"/>
              <a:ext cx="410278" cy="2370722"/>
            </a:xfrm>
            <a:custGeom>
              <a:avLst/>
              <a:gdLst/>
              <a:ahLst/>
              <a:cxnLst/>
              <a:rect l="l" t="t" r="r" b="b"/>
              <a:pathLst>
                <a:path w="10547" h="60944" extrusionOk="0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476919" y="1275805"/>
              <a:ext cx="179718" cy="225815"/>
            </a:xfrm>
            <a:custGeom>
              <a:avLst/>
              <a:gdLst/>
              <a:ahLst/>
              <a:cxnLst/>
              <a:rect l="l" t="t" r="r" b="b"/>
              <a:pathLst>
                <a:path w="4620" h="5805" extrusionOk="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8106294" y="2865830"/>
              <a:ext cx="1510565" cy="1636134"/>
            </a:xfrm>
            <a:custGeom>
              <a:avLst/>
              <a:gdLst/>
              <a:ahLst/>
              <a:cxnLst/>
              <a:rect l="l" t="t" r="r" b="b"/>
              <a:pathLst>
                <a:path w="38832" h="42060" extrusionOk="0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8522881" y="3144086"/>
              <a:ext cx="39" cy="483371"/>
            </a:xfrm>
            <a:custGeom>
              <a:avLst/>
              <a:gdLst/>
              <a:ahLst/>
              <a:cxnLst/>
              <a:rect l="l" t="t" r="r" b="b"/>
              <a:pathLst>
                <a:path w="1" h="12426" extrusionOk="0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8483163" y="3104329"/>
              <a:ext cx="79512" cy="562883"/>
            </a:xfrm>
            <a:custGeom>
              <a:avLst/>
              <a:gdLst/>
              <a:ahLst/>
              <a:cxnLst/>
              <a:rect l="l" t="t" r="r" b="b"/>
              <a:pathLst>
                <a:path w="2044" h="14470" extrusionOk="0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1">
                <a:alpha val="12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139845" y="3031196"/>
              <a:ext cx="79512" cy="564478"/>
            </a:xfrm>
            <a:custGeom>
              <a:avLst/>
              <a:gdLst/>
              <a:ahLst/>
              <a:cxnLst/>
              <a:rect l="l" t="t" r="r" b="b"/>
              <a:pathLst>
                <a:path w="2044" h="14511" extrusionOk="0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2">
                <a:alpha val="536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993540" y="3323729"/>
              <a:ext cx="79551" cy="562922"/>
            </a:xfrm>
            <a:custGeom>
              <a:avLst/>
              <a:gdLst/>
              <a:ahLst/>
              <a:cxnLst/>
              <a:rect l="l" t="t" r="r" b="b"/>
              <a:pathLst>
                <a:path w="2045" h="14471" extrusionOk="0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2">
                <a:alpha val="536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165286" y="3733975"/>
              <a:ext cx="79512" cy="569263"/>
            </a:xfrm>
            <a:custGeom>
              <a:avLst/>
              <a:gdLst/>
              <a:ahLst/>
              <a:cxnLst/>
              <a:rect l="l" t="t" r="r" b="b"/>
              <a:pathLst>
                <a:path w="2044" h="14634" extrusionOk="0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2">
                <a:alpha val="536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Google Shape;69;p2"/>
          <p:cNvGrpSpPr/>
          <p:nvPr/>
        </p:nvGrpSpPr>
        <p:grpSpPr>
          <a:xfrm>
            <a:off x="-400231" y="71459"/>
            <a:ext cx="9944461" cy="5619869"/>
            <a:chOff x="-1009131" y="114298"/>
            <a:chExt cx="11162264" cy="5619869"/>
          </a:xfrm>
        </p:grpSpPr>
        <p:grpSp>
          <p:nvGrpSpPr>
            <p:cNvPr id="70" name="Google Shape;70;p2"/>
            <p:cNvGrpSpPr/>
            <p:nvPr/>
          </p:nvGrpSpPr>
          <p:grpSpPr>
            <a:xfrm>
              <a:off x="-1009131" y="114298"/>
              <a:ext cx="11162264" cy="5619869"/>
              <a:chOff x="-852900" y="114300"/>
              <a:chExt cx="10849790" cy="6172288"/>
            </a:xfrm>
          </p:grpSpPr>
          <p:sp>
            <p:nvSpPr>
              <p:cNvPr id="71" name="Google Shape;71;p2"/>
              <p:cNvSpPr/>
              <p:nvPr/>
            </p:nvSpPr>
            <p:spPr>
              <a:xfrm>
                <a:off x="-845014" y="129282"/>
                <a:ext cx="10826179" cy="6147915"/>
              </a:xfrm>
              <a:custGeom>
                <a:avLst/>
                <a:gdLst/>
                <a:ahLst/>
                <a:cxnLst/>
                <a:rect l="l" t="t" r="r" b="b"/>
                <a:pathLst>
                  <a:path w="225135" h="134190" extrusionOk="0">
                    <a:moveTo>
                      <a:pt x="41896" y="1"/>
                    </a:moveTo>
                    <a:cubicBezTo>
                      <a:pt x="37114" y="1"/>
                      <a:pt x="33190" y="3924"/>
                      <a:pt x="33190" y="8707"/>
                    </a:cubicBezTo>
                    <a:lnTo>
                      <a:pt x="33190" y="102349"/>
                    </a:lnTo>
                    <a:lnTo>
                      <a:pt x="1676" y="125197"/>
                    </a:lnTo>
                    <a:lnTo>
                      <a:pt x="2044" y="125197"/>
                    </a:lnTo>
                    <a:cubicBezTo>
                      <a:pt x="859" y="126015"/>
                      <a:pt x="0" y="127568"/>
                      <a:pt x="0" y="129081"/>
                    </a:cubicBezTo>
                    <a:cubicBezTo>
                      <a:pt x="0" y="131819"/>
                      <a:pt x="2371" y="134190"/>
                      <a:pt x="5109" y="134190"/>
                    </a:cubicBezTo>
                    <a:lnTo>
                      <a:pt x="220188" y="134190"/>
                    </a:lnTo>
                    <a:cubicBezTo>
                      <a:pt x="222927" y="134190"/>
                      <a:pt x="225134" y="131819"/>
                      <a:pt x="225134" y="129081"/>
                    </a:cubicBezTo>
                    <a:cubicBezTo>
                      <a:pt x="225134" y="127732"/>
                      <a:pt x="224644" y="126383"/>
                      <a:pt x="223622" y="125524"/>
                    </a:cubicBezTo>
                    <a:lnTo>
                      <a:pt x="223785" y="125524"/>
                    </a:lnTo>
                    <a:lnTo>
                      <a:pt x="192762" y="102349"/>
                    </a:lnTo>
                    <a:lnTo>
                      <a:pt x="192762" y="8707"/>
                    </a:lnTo>
                    <a:cubicBezTo>
                      <a:pt x="192762" y="3924"/>
                      <a:pt x="188879" y="1"/>
                      <a:pt x="184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-852900" y="114300"/>
                <a:ext cx="10849790" cy="6172288"/>
              </a:xfrm>
              <a:custGeom>
                <a:avLst/>
                <a:gdLst/>
                <a:ahLst/>
                <a:cxnLst/>
                <a:rect l="l" t="t" r="r" b="b"/>
                <a:pathLst>
                  <a:path w="225626" h="134722" extrusionOk="0">
                    <a:moveTo>
                      <a:pt x="184261" y="491"/>
                    </a:moveTo>
                    <a:cubicBezTo>
                      <a:pt x="186468" y="491"/>
                      <a:pt x="188675" y="1513"/>
                      <a:pt x="190228" y="3066"/>
                    </a:cubicBezTo>
                    <a:cubicBezTo>
                      <a:pt x="191577" y="4578"/>
                      <a:pt x="192599" y="6622"/>
                      <a:pt x="192599" y="9034"/>
                    </a:cubicBezTo>
                    <a:lnTo>
                      <a:pt x="192599" y="102839"/>
                    </a:lnTo>
                    <a:lnTo>
                      <a:pt x="223381" y="125714"/>
                    </a:lnTo>
                    <a:lnTo>
                      <a:pt x="223581" y="126015"/>
                    </a:lnTo>
                    <a:cubicBezTo>
                      <a:pt x="224440" y="126873"/>
                      <a:pt x="225135" y="128059"/>
                      <a:pt x="225135" y="129408"/>
                    </a:cubicBezTo>
                    <a:cubicBezTo>
                      <a:pt x="225135" y="130797"/>
                      <a:pt x="224603" y="131983"/>
                      <a:pt x="223581" y="132841"/>
                    </a:cubicBezTo>
                    <a:cubicBezTo>
                      <a:pt x="222764" y="133699"/>
                      <a:pt x="221538" y="134190"/>
                      <a:pt x="220352" y="134190"/>
                    </a:cubicBezTo>
                    <a:lnTo>
                      <a:pt x="5273" y="134190"/>
                    </a:lnTo>
                    <a:cubicBezTo>
                      <a:pt x="3884" y="134190"/>
                      <a:pt x="2698" y="133699"/>
                      <a:pt x="1840" y="132841"/>
                    </a:cubicBezTo>
                    <a:cubicBezTo>
                      <a:pt x="1023" y="131983"/>
                      <a:pt x="491" y="130797"/>
                      <a:pt x="491" y="129408"/>
                    </a:cubicBezTo>
                    <a:cubicBezTo>
                      <a:pt x="491" y="127895"/>
                      <a:pt x="1186" y="126546"/>
                      <a:pt x="2371" y="125688"/>
                    </a:cubicBezTo>
                    <a:lnTo>
                      <a:pt x="2862" y="125157"/>
                    </a:lnTo>
                    <a:lnTo>
                      <a:pt x="2698" y="125157"/>
                    </a:lnTo>
                    <a:lnTo>
                      <a:pt x="33722" y="102839"/>
                    </a:lnTo>
                    <a:lnTo>
                      <a:pt x="33722" y="9034"/>
                    </a:lnTo>
                    <a:cubicBezTo>
                      <a:pt x="33722" y="6622"/>
                      <a:pt x="34539" y="4578"/>
                      <a:pt x="36092" y="3066"/>
                    </a:cubicBezTo>
                    <a:cubicBezTo>
                      <a:pt x="37605" y="1513"/>
                      <a:pt x="39853" y="491"/>
                      <a:pt x="42060" y="491"/>
                    </a:cubicBezTo>
                    <a:close/>
                    <a:moveTo>
                      <a:pt x="42060" y="1"/>
                    </a:moveTo>
                    <a:cubicBezTo>
                      <a:pt x="37114" y="1"/>
                      <a:pt x="33190" y="4088"/>
                      <a:pt x="33190" y="9034"/>
                    </a:cubicBezTo>
                    <a:lnTo>
                      <a:pt x="33190" y="102676"/>
                    </a:lnTo>
                    <a:lnTo>
                      <a:pt x="1023" y="125688"/>
                    </a:lnTo>
                    <a:lnTo>
                      <a:pt x="1589" y="125688"/>
                    </a:lnTo>
                    <a:cubicBezTo>
                      <a:pt x="620" y="126584"/>
                      <a:pt x="1" y="127949"/>
                      <a:pt x="1" y="129408"/>
                    </a:cubicBezTo>
                    <a:cubicBezTo>
                      <a:pt x="1" y="132310"/>
                      <a:pt x="2371" y="134721"/>
                      <a:pt x="5273" y="134721"/>
                    </a:cubicBezTo>
                    <a:lnTo>
                      <a:pt x="220352" y="134721"/>
                    </a:lnTo>
                    <a:cubicBezTo>
                      <a:pt x="223254" y="134721"/>
                      <a:pt x="225625" y="132310"/>
                      <a:pt x="225625" y="129408"/>
                    </a:cubicBezTo>
                    <a:cubicBezTo>
                      <a:pt x="225625" y="128054"/>
                      <a:pt x="225101" y="126962"/>
                      <a:pt x="224258" y="126015"/>
                    </a:cubicBezTo>
                    <a:lnTo>
                      <a:pt x="224603" y="126015"/>
                    </a:lnTo>
                    <a:lnTo>
                      <a:pt x="223949" y="125530"/>
                    </a:lnTo>
                    <a:lnTo>
                      <a:pt x="223949" y="125530"/>
                    </a:lnTo>
                    <a:lnTo>
                      <a:pt x="223949" y="125524"/>
                    </a:lnTo>
                    <a:lnTo>
                      <a:pt x="223942" y="125524"/>
                    </a:lnTo>
                    <a:lnTo>
                      <a:pt x="193130" y="102676"/>
                    </a:lnTo>
                    <a:lnTo>
                      <a:pt x="193130" y="9034"/>
                    </a:lnTo>
                    <a:cubicBezTo>
                      <a:pt x="193130" y="4088"/>
                      <a:pt x="189043" y="1"/>
                      <a:pt x="1842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27366" y="4975819"/>
                <a:ext cx="9247851" cy="702298"/>
              </a:xfrm>
              <a:custGeom>
                <a:avLst/>
                <a:gdLst/>
                <a:ahLst/>
                <a:cxnLst/>
                <a:rect l="l" t="t" r="r" b="b"/>
                <a:pathLst>
                  <a:path w="192313" h="15329" extrusionOk="0">
                    <a:moveTo>
                      <a:pt x="20806" y="164"/>
                    </a:moveTo>
                    <a:lnTo>
                      <a:pt x="44043" y="327"/>
                    </a:lnTo>
                    <a:lnTo>
                      <a:pt x="43777" y="327"/>
                    </a:lnTo>
                    <a:lnTo>
                      <a:pt x="42428" y="1840"/>
                    </a:lnTo>
                    <a:lnTo>
                      <a:pt x="30329" y="1676"/>
                    </a:lnTo>
                    <a:lnTo>
                      <a:pt x="32046" y="327"/>
                    </a:lnTo>
                    <a:lnTo>
                      <a:pt x="31188" y="327"/>
                    </a:lnTo>
                    <a:lnTo>
                      <a:pt x="29471" y="1676"/>
                    </a:lnTo>
                    <a:lnTo>
                      <a:pt x="18925" y="1676"/>
                    </a:lnTo>
                    <a:lnTo>
                      <a:pt x="20806" y="164"/>
                    </a:lnTo>
                    <a:close/>
                    <a:moveTo>
                      <a:pt x="44632" y="332"/>
                    </a:moveTo>
                    <a:lnTo>
                      <a:pt x="67279" y="491"/>
                    </a:lnTo>
                    <a:lnTo>
                      <a:pt x="66625" y="2044"/>
                    </a:lnTo>
                    <a:lnTo>
                      <a:pt x="55876" y="2044"/>
                    </a:lnTo>
                    <a:lnTo>
                      <a:pt x="56897" y="491"/>
                    </a:lnTo>
                    <a:lnTo>
                      <a:pt x="56039" y="491"/>
                    </a:lnTo>
                    <a:lnTo>
                      <a:pt x="55017" y="1840"/>
                    </a:lnTo>
                    <a:lnTo>
                      <a:pt x="43286" y="1840"/>
                    </a:lnTo>
                    <a:lnTo>
                      <a:pt x="44632" y="332"/>
                    </a:lnTo>
                    <a:close/>
                    <a:moveTo>
                      <a:pt x="68138" y="491"/>
                    </a:moveTo>
                    <a:lnTo>
                      <a:pt x="80073" y="654"/>
                    </a:lnTo>
                    <a:lnTo>
                      <a:pt x="79542" y="2208"/>
                    </a:lnTo>
                    <a:lnTo>
                      <a:pt x="67443" y="2044"/>
                    </a:lnTo>
                    <a:lnTo>
                      <a:pt x="68138" y="491"/>
                    </a:lnTo>
                    <a:close/>
                    <a:moveTo>
                      <a:pt x="80727" y="654"/>
                    </a:moveTo>
                    <a:lnTo>
                      <a:pt x="92335" y="818"/>
                    </a:lnTo>
                    <a:lnTo>
                      <a:pt x="92335" y="2208"/>
                    </a:lnTo>
                    <a:lnTo>
                      <a:pt x="80400" y="2208"/>
                    </a:lnTo>
                    <a:lnTo>
                      <a:pt x="80727" y="654"/>
                    </a:lnTo>
                    <a:close/>
                    <a:moveTo>
                      <a:pt x="104597" y="818"/>
                    </a:moveTo>
                    <a:lnTo>
                      <a:pt x="104761" y="2371"/>
                    </a:lnTo>
                    <a:lnTo>
                      <a:pt x="93194" y="2208"/>
                    </a:lnTo>
                    <a:lnTo>
                      <a:pt x="93194" y="818"/>
                    </a:lnTo>
                    <a:close/>
                    <a:moveTo>
                      <a:pt x="105456" y="818"/>
                    </a:moveTo>
                    <a:lnTo>
                      <a:pt x="116492" y="1022"/>
                    </a:lnTo>
                    <a:lnTo>
                      <a:pt x="116860" y="2371"/>
                    </a:lnTo>
                    <a:lnTo>
                      <a:pt x="105619" y="2371"/>
                    </a:lnTo>
                    <a:lnTo>
                      <a:pt x="105456" y="818"/>
                    </a:lnTo>
                    <a:close/>
                    <a:moveTo>
                      <a:pt x="128100" y="1022"/>
                    </a:moveTo>
                    <a:lnTo>
                      <a:pt x="128754" y="2535"/>
                    </a:lnTo>
                    <a:lnTo>
                      <a:pt x="117718" y="2371"/>
                    </a:lnTo>
                    <a:lnTo>
                      <a:pt x="117187" y="1022"/>
                    </a:lnTo>
                    <a:close/>
                    <a:moveTo>
                      <a:pt x="128958" y="1022"/>
                    </a:moveTo>
                    <a:lnTo>
                      <a:pt x="139504" y="1186"/>
                    </a:lnTo>
                    <a:lnTo>
                      <a:pt x="140526" y="2535"/>
                    </a:lnTo>
                    <a:lnTo>
                      <a:pt x="129612" y="2535"/>
                    </a:lnTo>
                    <a:lnTo>
                      <a:pt x="128958" y="1022"/>
                    </a:lnTo>
                    <a:close/>
                    <a:moveTo>
                      <a:pt x="150744" y="1186"/>
                    </a:moveTo>
                    <a:lnTo>
                      <a:pt x="151929" y="2698"/>
                    </a:lnTo>
                    <a:lnTo>
                      <a:pt x="141220" y="2535"/>
                    </a:lnTo>
                    <a:lnTo>
                      <a:pt x="140362" y="1186"/>
                    </a:lnTo>
                    <a:close/>
                    <a:moveTo>
                      <a:pt x="151439" y="1186"/>
                    </a:moveTo>
                    <a:lnTo>
                      <a:pt x="162843" y="1349"/>
                    </a:lnTo>
                    <a:lnTo>
                      <a:pt x="164355" y="2698"/>
                    </a:lnTo>
                    <a:lnTo>
                      <a:pt x="152624" y="2698"/>
                    </a:lnTo>
                    <a:lnTo>
                      <a:pt x="151439" y="1186"/>
                    </a:lnTo>
                    <a:close/>
                    <a:moveTo>
                      <a:pt x="163701" y="1349"/>
                    </a:moveTo>
                    <a:lnTo>
                      <a:pt x="174574" y="1513"/>
                    </a:lnTo>
                    <a:lnTo>
                      <a:pt x="176290" y="2862"/>
                    </a:lnTo>
                    <a:lnTo>
                      <a:pt x="165050" y="2698"/>
                    </a:lnTo>
                    <a:lnTo>
                      <a:pt x="163701" y="1349"/>
                    </a:lnTo>
                    <a:close/>
                    <a:moveTo>
                      <a:pt x="18598" y="1840"/>
                    </a:moveTo>
                    <a:lnTo>
                      <a:pt x="29307" y="2044"/>
                    </a:lnTo>
                    <a:lnTo>
                      <a:pt x="27427" y="3556"/>
                    </a:lnTo>
                    <a:lnTo>
                      <a:pt x="16350" y="3556"/>
                    </a:lnTo>
                    <a:lnTo>
                      <a:pt x="18598" y="1840"/>
                    </a:lnTo>
                    <a:close/>
                    <a:moveTo>
                      <a:pt x="42265" y="2044"/>
                    </a:moveTo>
                    <a:lnTo>
                      <a:pt x="40711" y="3720"/>
                    </a:lnTo>
                    <a:lnTo>
                      <a:pt x="28286" y="3556"/>
                    </a:lnTo>
                    <a:lnTo>
                      <a:pt x="30166" y="2044"/>
                    </a:lnTo>
                    <a:close/>
                    <a:moveTo>
                      <a:pt x="43123" y="2044"/>
                    </a:moveTo>
                    <a:lnTo>
                      <a:pt x="54854" y="2208"/>
                    </a:lnTo>
                    <a:lnTo>
                      <a:pt x="53832" y="3720"/>
                    </a:lnTo>
                    <a:lnTo>
                      <a:pt x="41733" y="3720"/>
                    </a:lnTo>
                    <a:lnTo>
                      <a:pt x="43123" y="2044"/>
                    </a:lnTo>
                    <a:close/>
                    <a:moveTo>
                      <a:pt x="66421" y="2208"/>
                    </a:moveTo>
                    <a:lnTo>
                      <a:pt x="65604" y="3883"/>
                    </a:lnTo>
                    <a:lnTo>
                      <a:pt x="54690" y="3720"/>
                    </a:lnTo>
                    <a:lnTo>
                      <a:pt x="55876" y="2208"/>
                    </a:lnTo>
                    <a:close/>
                    <a:moveTo>
                      <a:pt x="67279" y="2208"/>
                    </a:moveTo>
                    <a:lnTo>
                      <a:pt x="79542" y="2371"/>
                    </a:lnTo>
                    <a:lnTo>
                      <a:pt x="79051" y="3883"/>
                    </a:lnTo>
                    <a:lnTo>
                      <a:pt x="66625" y="3883"/>
                    </a:lnTo>
                    <a:lnTo>
                      <a:pt x="67279" y="2208"/>
                    </a:lnTo>
                    <a:close/>
                    <a:moveTo>
                      <a:pt x="92335" y="2371"/>
                    </a:moveTo>
                    <a:lnTo>
                      <a:pt x="92172" y="4088"/>
                    </a:lnTo>
                    <a:lnTo>
                      <a:pt x="79909" y="3883"/>
                    </a:lnTo>
                    <a:lnTo>
                      <a:pt x="80400" y="2371"/>
                    </a:lnTo>
                    <a:close/>
                    <a:moveTo>
                      <a:pt x="93194" y="2371"/>
                    </a:moveTo>
                    <a:lnTo>
                      <a:pt x="104761" y="2535"/>
                    </a:lnTo>
                    <a:lnTo>
                      <a:pt x="104924" y="4088"/>
                    </a:lnTo>
                    <a:lnTo>
                      <a:pt x="92989" y="4088"/>
                    </a:lnTo>
                    <a:lnTo>
                      <a:pt x="93194" y="2371"/>
                    </a:lnTo>
                    <a:close/>
                    <a:moveTo>
                      <a:pt x="117023" y="2535"/>
                    </a:moveTo>
                    <a:lnTo>
                      <a:pt x="117514" y="4088"/>
                    </a:lnTo>
                    <a:lnTo>
                      <a:pt x="105783" y="4088"/>
                    </a:lnTo>
                    <a:lnTo>
                      <a:pt x="105619" y="2535"/>
                    </a:lnTo>
                    <a:close/>
                    <a:moveTo>
                      <a:pt x="117718" y="2535"/>
                    </a:moveTo>
                    <a:lnTo>
                      <a:pt x="128958" y="2698"/>
                    </a:lnTo>
                    <a:lnTo>
                      <a:pt x="129776" y="4251"/>
                    </a:lnTo>
                    <a:lnTo>
                      <a:pt x="118372" y="4088"/>
                    </a:lnTo>
                    <a:lnTo>
                      <a:pt x="117718" y="2535"/>
                    </a:lnTo>
                    <a:close/>
                    <a:moveTo>
                      <a:pt x="140689" y="2698"/>
                    </a:moveTo>
                    <a:lnTo>
                      <a:pt x="141711" y="4251"/>
                    </a:lnTo>
                    <a:lnTo>
                      <a:pt x="130471" y="4251"/>
                    </a:lnTo>
                    <a:lnTo>
                      <a:pt x="129776" y="2698"/>
                    </a:lnTo>
                    <a:close/>
                    <a:moveTo>
                      <a:pt x="141384" y="2698"/>
                    </a:moveTo>
                    <a:lnTo>
                      <a:pt x="152093" y="2862"/>
                    </a:lnTo>
                    <a:lnTo>
                      <a:pt x="153483" y="4415"/>
                    </a:lnTo>
                    <a:lnTo>
                      <a:pt x="153483" y="4415"/>
                    </a:lnTo>
                    <a:lnTo>
                      <a:pt x="142569" y="4251"/>
                    </a:lnTo>
                    <a:lnTo>
                      <a:pt x="141384" y="2698"/>
                    </a:lnTo>
                    <a:close/>
                    <a:moveTo>
                      <a:pt x="164519" y="2862"/>
                    </a:moveTo>
                    <a:lnTo>
                      <a:pt x="166235" y="4415"/>
                    </a:lnTo>
                    <a:lnTo>
                      <a:pt x="154137" y="4415"/>
                    </a:lnTo>
                    <a:lnTo>
                      <a:pt x="152788" y="2862"/>
                    </a:lnTo>
                    <a:close/>
                    <a:moveTo>
                      <a:pt x="165377" y="2862"/>
                    </a:moveTo>
                    <a:lnTo>
                      <a:pt x="176617" y="3066"/>
                    </a:lnTo>
                    <a:lnTo>
                      <a:pt x="178498" y="4415"/>
                    </a:lnTo>
                    <a:lnTo>
                      <a:pt x="166930" y="4415"/>
                    </a:lnTo>
                    <a:lnTo>
                      <a:pt x="165377" y="2862"/>
                    </a:lnTo>
                    <a:close/>
                    <a:moveTo>
                      <a:pt x="16187" y="3720"/>
                    </a:moveTo>
                    <a:lnTo>
                      <a:pt x="27100" y="3883"/>
                    </a:lnTo>
                    <a:lnTo>
                      <a:pt x="25220" y="5600"/>
                    </a:lnTo>
                    <a:lnTo>
                      <a:pt x="13816" y="5600"/>
                    </a:lnTo>
                    <a:lnTo>
                      <a:pt x="16187" y="3720"/>
                    </a:lnTo>
                    <a:close/>
                    <a:moveTo>
                      <a:pt x="40548" y="3883"/>
                    </a:moveTo>
                    <a:lnTo>
                      <a:pt x="39035" y="5600"/>
                    </a:lnTo>
                    <a:lnTo>
                      <a:pt x="26242" y="5600"/>
                    </a:lnTo>
                    <a:lnTo>
                      <a:pt x="28122" y="3883"/>
                    </a:lnTo>
                    <a:close/>
                    <a:moveTo>
                      <a:pt x="53668" y="3883"/>
                    </a:moveTo>
                    <a:lnTo>
                      <a:pt x="52483" y="5764"/>
                    </a:lnTo>
                    <a:lnTo>
                      <a:pt x="40057" y="5600"/>
                    </a:lnTo>
                    <a:lnTo>
                      <a:pt x="41570" y="3883"/>
                    </a:lnTo>
                    <a:close/>
                    <a:moveTo>
                      <a:pt x="54527" y="3883"/>
                    </a:moveTo>
                    <a:lnTo>
                      <a:pt x="65604" y="4088"/>
                    </a:lnTo>
                    <a:lnTo>
                      <a:pt x="64745" y="5764"/>
                    </a:lnTo>
                    <a:lnTo>
                      <a:pt x="53341" y="5764"/>
                    </a:lnTo>
                    <a:lnTo>
                      <a:pt x="54527" y="3883"/>
                    </a:lnTo>
                    <a:close/>
                    <a:moveTo>
                      <a:pt x="79051" y="4088"/>
                    </a:moveTo>
                    <a:lnTo>
                      <a:pt x="78520" y="5764"/>
                    </a:lnTo>
                    <a:lnTo>
                      <a:pt x="65604" y="5764"/>
                    </a:lnTo>
                    <a:lnTo>
                      <a:pt x="66421" y="4088"/>
                    </a:lnTo>
                    <a:close/>
                    <a:moveTo>
                      <a:pt x="79909" y="4088"/>
                    </a:moveTo>
                    <a:lnTo>
                      <a:pt x="92172" y="4251"/>
                    </a:lnTo>
                    <a:lnTo>
                      <a:pt x="91967" y="5927"/>
                    </a:lnTo>
                    <a:lnTo>
                      <a:pt x="79378" y="5764"/>
                    </a:lnTo>
                    <a:lnTo>
                      <a:pt x="79909" y="4088"/>
                    </a:lnTo>
                    <a:close/>
                    <a:moveTo>
                      <a:pt x="104924" y="4251"/>
                    </a:moveTo>
                    <a:lnTo>
                      <a:pt x="105088" y="5927"/>
                    </a:lnTo>
                    <a:lnTo>
                      <a:pt x="92826" y="5927"/>
                    </a:lnTo>
                    <a:lnTo>
                      <a:pt x="92989" y="4251"/>
                    </a:lnTo>
                    <a:close/>
                    <a:moveTo>
                      <a:pt x="105783" y="4251"/>
                    </a:moveTo>
                    <a:lnTo>
                      <a:pt x="117514" y="4415"/>
                    </a:lnTo>
                    <a:lnTo>
                      <a:pt x="118045" y="5927"/>
                    </a:lnTo>
                    <a:lnTo>
                      <a:pt x="106110" y="5927"/>
                    </a:lnTo>
                    <a:lnTo>
                      <a:pt x="105783" y="4251"/>
                    </a:lnTo>
                    <a:close/>
                    <a:moveTo>
                      <a:pt x="129776" y="4415"/>
                    </a:moveTo>
                    <a:lnTo>
                      <a:pt x="130634" y="5927"/>
                    </a:lnTo>
                    <a:lnTo>
                      <a:pt x="118903" y="5927"/>
                    </a:lnTo>
                    <a:lnTo>
                      <a:pt x="118372" y="4415"/>
                    </a:lnTo>
                    <a:close/>
                    <a:moveTo>
                      <a:pt x="141874" y="4415"/>
                    </a:moveTo>
                    <a:lnTo>
                      <a:pt x="142896" y="6131"/>
                    </a:lnTo>
                    <a:lnTo>
                      <a:pt x="131492" y="6131"/>
                    </a:lnTo>
                    <a:lnTo>
                      <a:pt x="130634" y="4415"/>
                    </a:lnTo>
                    <a:close/>
                    <a:moveTo>
                      <a:pt x="142569" y="4415"/>
                    </a:moveTo>
                    <a:lnTo>
                      <a:pt x="153646" y="4578"/>
                    </a:lnTo>
                    <a:lnTo>
                      <a:pt x="154995" y="6131"/>
                    </a:lnTo>
                    <a:lnTo>
                      <a:pt x="143755" y="6131"/>
                    </a:lnTo>
                    <a:lnTo>
                      <a:pt x="142569" y="4415"/>
                    </a:lnTo>
                    <a:close/>
                    <a:moveTo>
                      <a:pt x="166399" y="4578"/>
                    </a:moveTo>
                    <a:lnTo>
                      <a:pt x="168116" y="6131"/>
                    </a:lnTo>
                    <a:lnTo>
                      <a:pt x="155853" y="6131"/>
                    </a:lnTo>
                    <a:lnTo>
                      <a:pt x="154300" y="4578"/>
                    </a:lnTo>
                    <a:close/>
                    <a:moveTo>
                      <a:pt x="167094" y="4578"/>
                    </a:moveTo>
                    <a:lnTo>
                      <a:pt x="178661" y="4742"/>
                    </a:lnTo>
                    <a:lnTo>
                      <a:pt x="180705" y="6295"/>
                    </a:lnTo>
                    <a:lnTo>
                      <a:pt x="168974" y="6131"/>
                    </a:lnTo>
                    <a:lnTo>
                      <a:pt x="167094" y="4578"/>
                    </a:lnTo>
                    <a:close/>
                    <a:moveTo>
                      <a:pt x="24893" y="5764"/>
                    </a:moveTo>
                    <a:lnTo>
                      <a:pt x="22849" y="7644"/>
                    </a:lnTo>
                    <a:lnTo>
                      <a:pt x="11078" y="7644"/>
                    </a:lnTo>
                    <a:lnTo>
                      <a:pt x="13653" y="5764"/>
                    </a:lnTo>
                    <a:close/>
                    <a:moveTo>
                      <a:pt x="25915" y="5764"/>
                    </a:moveTo>
                    <a:lnTo>
                      <a:pt x="38831" y="5927"/>
                    </a:lnTo>
                    <a:lnTo>
                      <a:pt x="37155" y="7807"/>
                    </a:lnTo>
                    <a:lnTo>
                      <a:pt x="23871" y="7644"/>
                    </a:lnTo>
                    <a:lnTo>
                      <a:pt x="25915" y="5764"/>
                    </a:lnTo>
                    <a:close/>
                    <a:moveTo>
                      <a:pt x="52320" y="5927"/>
                    </a:moveTo>
                    <a:lnTo>
                      <a:pt x="51093" y="7807"/>
                    </a:lnTo>
                    <a:lnTo>
                      <a:pt x="38177" y="7807"/>
                    </a:lnTo>
                    <a:lnTo>
                      <a:pt x="39689" y="5927"/>
                    </a:lnTo>
                    <a:close/>
                    <a:moveTo>
                      <a:pt x="64582" y="5927"/>
                    </a:moveTo>
                    <a:lnTo>
                      <a:pt x="63723" y="7807"/>
                    </a:lnTo>
                    <a:lnTo>
                      <a:pt x="51952" y="7807"/>
                    </a:lnTo>
                    <a:lnTo>
                      <a:pt x="53341" y="5927"/>
                    </a:lnTo>
                    <a:close/>
                    <a:moveTo>
                      <a:pt x="65604" y="5927"/>
                    </a:moveTo>
                    <a:lnTo>
                      <a:pt x="78356" y="6131"/>
                    </a:lnTo>
                    <a:lnTo>
                      <a:pt x="77866" y="7807"/>
                    </a:lnTo>
                    <a:lnTo>
                      <a:pt x="64582" y="7807"/>
                    </a:lnTo>
                    <a:lnTo>
                      <a:pt x="65604" y="5927"/>
                    </a:lnTo>
                    <a:close/>
                    <a:moveTo>
                      <a:pt x="91967" y="6131"/>
                    </a:moveTo>
                    <a:lnTo>
                      <a:pt x="91804" y="7807"/>
                    </a:lnTo>
                    <a:lnTo>
                      <a:pt x="78888" y="7807"/>
                    </a:lnTo>
                    <a:lnTo>
                      <a:pt x="79378" y="6131"/>
                    </a:lnTo>
                    <a:close/>
                    <a:moveTo>
                      <a:pt x="105251" y="6131"/>
                    </a:moveTo>
                    <a:lnTo>
                      <a:pt x="105456" y="7971"/>
                    </a:lnTo>
                    <a:lnTo>
                      <a:pt x="105456" y="7971"/>
                    </a:lnTo>
                    <a:lnTo>
                      <a:pt x="92826" y="7807"/>
                    </a:lnTo>
                    <a:lnTo>
                      <a:pt x="92826" y="6131"/>
                    </a:lnTo>
                    <a:close/>
                    <a:moveTo>
                      <a:pt x="118208" y="6131"/>
                    </a:moveTo>
                    <a:lnTo>
                      <a:pt x="118740" y="7971"/>
                    </a:lnTo>
                    <a:lnTo>
                      <a:pt x="106273" y="7971"/>
                    </a:lnTo>
                    <a:lnTo>
                      <a:pt x="106110" y="6131"/>
                    </a:lnTo>
                    <a:close/>
                    <a:moveTo>
                      <a:pt x="119067" y="6131"/>
                    </a:moveTo>
                    <a:lnTo>
                      <a:pt x="130798" y="6295"/>
                    </a:lnTo>
                    <a:lnTo>
                      <a:pt x="131656" y="7971"/>
                    </a:lnTo>
                    <a:lnTo>
                      <a:pt x="119557" y="7971"/>
                    </a:lnTo>
                    <a:lnTo>
                      <a:pt x="119067" y="6131"/>
                    </a:lnTo>
                    <a:close/>
                    <a:moveTo>
                      <a:pt x="143060" y="6295"/>
                    </a:moveTo>
                    <a:lnTo>
                      <a:pt x="144286" y="7971"/>
                    </a:lnTo>
                    <a:lnTo>
                      <a:pt x="132514" y="7971"/>
                    </a:lnTo>
                    <a:lnTo>
                      <a:pt x="131656" y="6295"/>
                    </a:lnTo>
                    <a:close/>
                    <a:moveTo>
                      <a:pt x="155158" y="6295"/>
                    </a:moveTo>
                    <a:lnTo>
                      <a:pt x="156712" y="7971"/>
                    </a:lnTo>
                    <a:lnTo>
                      <a:pt x="145103" y="7971"/>
                    </a:lnTo>
                    <a:lnTo>
                      <a:pt x="143918" y="6295"/>
                    </a:lnTo>
                    <a:close/>
                    <a:moveTo>
                      <a:pt x="156017" y="6295"/>
                    </a:moveTo>
                    <a:lnTo>
                      <a:pt x="168279" y="6458"/>
                    </a:lnTo>
                    <a:lnTo>
                      <a:pt x="170159" y="7971"/>
                    </a:lnTo>
                    <a:lnTo>
                      <a:pt x="157570" y="7971"/>
                    </a:lnTo>
                    <a:lnTo>
                      <a:pt x="156017" y="6295"/>
                    </a:lnTo>
                    <a:close/>
                    <a:moveTo>
                      <a:pt x="180868" y="6458"/>
                    </a:moveTo>
                    <a:lnTo>
                      <a:pt x="183116" y="8175"/>
                    </a:lnTo>
                    <a:lnTo>
                      <a:pt x="171018" y="7971"/>
                    </a:lnTo>
                    <a:lnTo>
                      <a:pt x="169137" y="6458"/>
                    </a:lnTo>
                    <a:close/>
                    <a:moveTo>
                      <a:pt x="22686" y="7971"/>
                    </a:moveTo>
                    <a:lnTo>
                      <a:pt x="20274" y="10014"/>
                    </a:lnTo>
                    <a:lnTo>
                      <a:pt x="8176" y="10014"/>
                    </a:lnTo>
                    <a:lnTo>
                      <a:pt x="10751" y="7971"/>
                    </a:lnTo>
                    <a:close/>
                    <a:moveTo>
                      <a:pt x="36992" y="7971"/>
                    </a:moveTo>
                    <a:lnTo>
                      <a:pt x="35112" y="10014"/>
                    </a:lnTo>
                    <a:lnTo>
                      <a:pt x="21460" y="10014"/>
                    </a:lnTo>
                    <a:lnTo>
                      <a:pt x="23708" y="7971"/>
                    </a:lnTo>
                    <a:close/>
                    <a:moveTo>
                      <a:pt x="50930" y="7971"/>
                    </a:moveTo>
                    <a:lnTo>
                      <a:pt x="49581" y="10014"/>
                    </a:lnTo>
                    <a:lnTo>
                      <a:pt x="36133" y="10014"/>
                    </a:lnTo>
                    <a:lnTo>
                      <a:pt x="37809" y="7971"/>
                    </a:lnTo>
                    <a:close/>
                    <a:moveTo>
                      <a:pt x="63560" y="7971"/>
                    </a:moveTo>
                    <a:lnTo>
                      <a:pt x="62538" y="10014"/>
                    </a:lnTo>
                    <a:lnTo>
                      <a:pt x="50603" y="10014"/>
                    </a:lnTo>
                    <a:lnTo>
                      <a:pt x="51788" y="7971"/>
                    </a:lnTo>
                    <a:close/>
                    <a:moveTo>
                      <a:pt x="64582" y="7971"/>
                    </a:moveTo>
                    <a:lnTo>
                      <a:pt x="77866" y="8175"/>
                    </a:lnTo>
                    <a:lnTo>
                      <a:pt x="77334" y="10014"/>
                    </a:lnTo>
                    <a:lnTo>
                      <a:pt x="63560" y="10014"/>
                    </a:lnTo>
                    <a:lnTo>
                      <a:pt x="64582" y="7971"/>
                    </a:lnTo>
                    <a:close/>
                    <a:moveTo>
                      <a:pt x="91804" y="8175"/>
                    </a:moveTo>
                    <a:lnTo>
                      <a:pt x="91640" y="10014"/>
                    </a:lnTo>
                    <a:lnTo>
                      <a:pt x="78356" y="10014"/>
                    </a:lnTo>
                    <a:lnTo>
                      <a:pt x="78888" y="8175"/>
                    </a:lnTo>
                    <a:close/>
                    <a:moveTo>
                      <a:pt x="105456" y="8175"/>
                    </a:moveTo>
                    <a:lnTo>
                      <a:pt x="105619" y="10014"/>
                    </a:lnTo>
                    <a:lnTo>
                      <a:pt x="92662" y="10014"/>
                    </a:lnTo>
                    <a:lnTo>
                      <a:pt x="92662" y="8175"/>
                    </a:lnTo>
                    <a:close/>
                    <a:moveTo>
                      <a:pt x="118740" y="8175"/>
                    </a:moveTo>
                    <a:lnTo>
                      <a:pt x="119394" y="10014"/>
                    </a:lnTo>
                    <a:lnTo>
                      <a:pt x="106641" y="10014"/>
                    </a:lnTo>
                    <a:lnTo>
                      <a:pt x="106273" y="8175"/>
                    </a:lnTo>
                    <a:close/>
                    <a:moveTo>
                      <a:pt x="131819" y="8175"/>
                    </a:moveTo>
                    <a:lnTo>
                      <a:pt x="132678" y="10014"/>
                    </a:lnTo>
                    <a:lnTo>
                      <a:pt x="120252" y="10014"/>
                    </a:lnTo>
                    <a:lnTo>
                      <a:pt x="119557" y="8175"/>
                    </a:lnTo>
                    <a:close/>
                    <a:moveTo>
                      <a:pt x="144449" y="8175"/>
                    </a:moveTo>
                    <a:lnTo>
                      <a:pt x="145798" y="10014"/>
                    </a:lnTo>
                    <a:lnTo>
                      <a:pt x="133536" y="10014"/>
                    </a:lnTo>
                    <a:lnTo>
                      <a:pt x="132678" y="8175"/>
                    </a:lnTo>
                    <a:close/>
                    <a:moveTo>
                      <a:pt x="156875" y="8175"/>
                    </a:moveTo>
                    <a:lnTo>
                      <a:pt x="158388" y="10014"/>
                    </a:lnTo>
                    <a:lnTo>
                      <a:pt x="146657" y="10014"/>
                    </a:lnTo>
                    <a:lnTo>
                      <a:pt x="145308" y="8175"/>
                    </a:lnTo>
                    <a:close/>
                    <a:moveTo>
                      <a:pt x="157734" y="8175"/>
                    </a:moveTo>
                    <a:lnTo>
                      <a:pt x="170323" y="8339"/>
                    </a:lnTo>
                    <a:lnTo>
                      <a:pt x="172366" y="10014"/>
                    </a:lnTo>
                    <a:lnTo>
                      <a:pt x="159246" y="10014"/>
                    </a:lnTo>
                    <a:lnTo>
                      <a:pt x="157734" y="8175"/>
                    </a:lnTo>
                    <a:close/>
                    <a:moveTo>
                      <a:pt x="183280" y="8339"/>
                    </a:moveTo>
                    <a:lnTo>
                      <a:pt x="185487" y="10014"/>
                    </a:lnTo>
                    <a:lnTo>
                      <a:pt x="173061" y="10014"/>
                    </a:lnTo>
                    <a:lnTo>
                      <a:pt x="171181" y="8339"/>
                    </a:lnTo>
                    <a:close/>
                    <a:moveTo>
                      <a:pt x="172530" y="10219"/>
                    </a:moveTo>
                    <a:lnTo>
                      <a:pt x="174574" y="12058"/>
                    </a:lnTo>
                    <a:lnTo>
                      <a:pt x="161126" y="12058"/>
                    </a:lnTo>
                    <a:lnTo>
                      <a:pt x="159409" y="10219"/>
                    </a:lnTo>
                    <a:close/>
                    <a:moveTo>
                      <a:pt x="185814" y="10219"/>
                    </a:moveTo>
                    <a:lnTo>
                      <a:pt x="188226" y="12058"/>
                    </a:lnTo>
                    <a:lnTo>
                      <a:pt x="175432" y="12058"/>
                    </a:lnTo>
                    <a:lnTo>
                      <a:pt x="173388" y="10219"/>
                    </a:lnTo>
                    <a:close/>
                    <a:moveTo>
                      <a:pt x="77171" y="10219"/>
                    </a:moveTo>
                    <a:lnTo>
                      <a:pt x="76640" y="12263"/>
                    </a:lnTo>
                    <a:lnTo>
                      <a:pt x="62538" y="12263"/>
                    </a:lnTo>
                    <a:lnTo>
                      <a:pt x="63355" y="10219"/>
                    </a:lnTo>
                    <a:close/>
                    <a:moveTo>
                      <a:pt x="91640" y="10219"/>
                    </a:moveTo>
                    <a:lnTo>
                      <a:pt x="91477" y="12263"/>
                    </a:lnTo>
                    <a:lnTo>
                      <a:pt x="77661" y="12263"/>
                    </a:lnTo>
                    <a:lnTo>
                      <a:pt x="78193" y="10219"/>
                    </a:lnTo>
                    <a:close/>
                    <a:moveTo>
                      <a:pt x="105783" y="10219"/>
                    </a:moveTo>
                    <a:lnTo>
                      <a:pt x="105946" y="12263"/>
                    </a:lnTo>
                    <a:lnTo>
                      <a:pt x="92499" y="12263"/>
                    </a:lnTo>
                    <a:lnTo>
                      <a:pt x="92662" y="10219"/>
                    </a:lnTo>
                    <a:close/>
                    <a:moveTo>
                      <a:pt x="119394" y="10219"/>
                    </a:moveTo>
                    <a:lnTo>
                      <a:pt x="120089" y="12263"/>
                    </a:lnTo>
                    <a:lnTo>
                      <a:pt x="106968" y="12263"/>
                    </a:lnTo>
                    <a:lnTo>
                      <a:pt x="106641" y="10219"/>
                    </a:lnTo>
                    <a:close/>
                    <a:moveTo>
                      <a:pt x="132841" y="10219"/>
                    </a:moveTo>
                    <a:lnTo>
                      <a:pt x="133863" y="12263"/>
                    </a:lnTo>
                    <a:lnTo>
                      <a:pt x="120947" y="12263"/>
                    </a:lnTo>
                    <a:lnTo>
                      <a:pt x="120252" y="10219"/>
                    </a:lnTo>
                    <a:close/>
                    <a:moveTo>
                      <a:pt x="145962" y="10219"/>
                    </a:moveTo>
                    <a:lnTo>
                      <a:pt x="147147" y="12263"/>
                    </a:lnTo>
                    <a:lnTo>
                      <a:pt x="134721" y="12263"/>
                    </a:lnTo>
                    <a:lnTo>
                      <a:pt x="133700" y="10219"/>
                    </a:lnTo>
                    <a:close/>
                    <a:moveTo>
                      <a:pt x="158755" y="10219"/>
                    </a:moveTo>
                    <a:lnTo>
                      <a:pt x="160268" y="12058"/>
                    </a:lnTo>
                    <a:lnTo>
                      <a:pt x="148169" y="12263"/>
                    </a:lnTo>
                    <a:lnTo>
                      <a:pt x="146820" y="10219"/>
                    </a:lnTo>
                    <a:close/>
                    <a:moveTo>
                      <a:pt x="20111" y="10219"/>
                    </a:moveTo>
                    <a:lnTo>
                      <a:pt x="17740" y="12426"/>
                    </a:lnTo>
                    <a:lnTo>
                      <a:pt x="5110" y="12426"/>
                    </a:lnTo>
                    <a:lnTo>
                      <a:pt x="7849" y="10219"/>
                    </a:lnTo>
                    <a:close/>
                    <a:moveTo>
                      <a:pt x="34948" y="10219"/>
                    </a:moveTo>
                    <a:lnTo>
                      <a:pt x="33068" y="12426"/>
                    </a:lnTo>
                    <a:lnTo>
                      <a:pt x="18762" y="12426"/>
                    </a:lnTo>
                    <a:lnTo>
                      <a:pt x="21133" y="10219"/>
                    </a:lnTo>
                    <a:close/>
                    <a:moveTo>
                      <a:pt x="49417" y="10219"/>
                    </a:moveTo>
                    <a:lnTo>
                      <a:pt x="47864" y="12426"/>
                    </a:lnTo>
                    <a:lnTo>
                      <a:pt x="34090" y="12426"/>
                    </a:lnTo>
                    <a:lnTo>
                      <a:pt x="35970" y="10219"/>
                    </a:lnTo>
                    <a:close/>
                    <a:moveTo>
                      <a:pt x="62538" y="10219"/>
                    </a:moveTo>
                    <a:lnTo>
                      <a:pt x="61516" y="12263"/>
                    </a:lnTo>
                    <a:lnTo>
                      <a:pt x="48886" y="12426"/>
                    </a:lnTo>
                    <a:lnTo>
                      <a:pt x="50439" y="10219"/>
                    </a:lnTo>
                    <a:close/>
                    <a:moveTo>
                      <a:pt x="174737" y="12426"/>
                    </a:moveTo>
                    <a:lnTo>
                      <a:pt x="177149" y="14470"/>
                    </a:lnTo>
                    <a:lnTo>
                      <a:pt x="163333" y="14470"/>
                    </a:lnTo>
                    <a:lnTo>
                      <a:pt x="161453" y="12426"/>
                    </a:lnTo>
                    <a:close/>
                    <a:moveTo>
                      <a:pt x="188553" y="12426"/>
                    </a:moveTo>
                    <a:lnTo>
                      <a:pt x="191087" y="14470"/>
                    </a:lnTo>
                    <a:lnTo>
                      <a:pt x="178007" y="14470"/>
                    </a:lnTo>
                    <a:lnTo>
                      <a:pt x="175595" y="12426"/>
                    </a:lnTo>
                    <a:close/>
                    <a:moveTo>
                      <a:pt x="32700" y="12590"/>
                    </a:moveTo>
                    <a:lnTo>
                      <a:pt x="30656" y="14960"/>
                    </a:lnTo>
                    <a:lnTo>
                      <a:pt x="15860" y="14960"/>
                    </a:lnTo>
                    <a:lnTo>
                      <a:pt x="18394" y="12590"/>
                    </a:lnTo>
                    <a:close/>
                    <a:moveTo>
                      <a:pt x="47701" y="12590"/>
                    </a:moveTo>
                    <a:lnTo>
                      <a:pt x="46188" y="14960"/>
                    </a:lnTo>
                    <a:lnTo>
                      <a:pt x="31678" y="14960"/>
                    </a:lnTo>
                    <a:lnTo>
                      <a:pt x="33722" y="12590"/>
                    </a:lnTo>
                    <a:close/>
                    <a:moveTo>
                      <a:pt x="160636" y="12426"/>
                    </a:moveTo>
                    <a:lnTo>
                      <a:pt x="162311" y="14470"/>
                    </a:lnTo>
                    <a:lnTo>
                      <a:pt x="47210" y="14960"/>
                    </a:lnTo>
                    <a:lnTo>
                      <a:pt x="48723" y="12590"/>
                    </a:lnTo>
                    <a:lnTo>
                      <a:pt x="106968" y="12590"/>
                    </a:lnTo>
                    <a:lnTo>
                      <a:pt x="106968" y="12426"/>
                    </a:lnTo>
                    <a:lnTo>
                      <a:pt x="120089" y="12426"/>
                    </a:lnTo>
                    <a:lnTo>
                      <a:pt x="120089" y="12590"/>
                    </a:lnTo>
                    <a:lnTo>
                      <a:pt x="121110" y="12590"/>
                    </a:lnTo>
                    <a:lnTo>
                      <a:pt x="121110" y="12426"/>
                    </a:lnTo>
                    <a:lnTo>
                      <a:pt x="133863" y="12426"/>
                    </a:lnTo>
                    <a:lnTo>
                      <a:pt x="134067" y="12590"/>
                    </a:lnTo>
                    <a:lnTo>
                      <a:pt x="134885" y="12590"/>
                    </a:lnTo>
                    <a:lnTo>
                      <a:pt x="134885" y="12426"/>
                    </a:lnTo>
                    <a:lnTo>
                      <a:pt x="147352" y="12426"/>
                    </a:lnTo>
                    <a:lnTo>
                      <a:pt x="147515" y="12590"/>
                    </a:lnTo>
                    <a:lnTo>
                      <a:pt x="148373" y="12590"/>
                    </a:lnTo>
                    <a:lnTo>
                      <a:pt x="148373" y="12426"/>
                    </a:lnTo>
                    <a:close/>
                    <a:moveTo>
                      <a:pt x="17372" y="12590"/>
                    </a:moveTo>
                    <a:lnTo>
                      <a:pt x="14675" y="14960"/>
                    </a:lnTo>
                    <a:lnTo>
                      <a:pt x="1554" y="15124"/>
                    </a:lnTo>
                    <a:lnTo>
                      <a:pt x="4783" y="12753"/>
                    </a:lnTo>
                    <a:lnTo>
                      <a:pt x="17372" y="12590"/>
                    </a:lnTo>
                    <a:close/>
                    <a:moveTo>
                      <a:pt x="20111" y="0"/>
                    </a:moveTo>
                    <a:lnTo>
                      <a:pt x="1" y="15328"/>
                    </a:lnTo>
                    <a:lnTo>
                      <a:pt x="31515" y="15328"/>
                    </a:lnTo>
                    <a:lnTo>
                      <a:pt x="45984" y="15124"/>
                    </a:lnTo>
                    <a:lnTo>
                      <a:pt x="45821" y="15328"/>
                    </a:lnTo>
                    <a:lnTo>
                      <a:pt x="47006" y="15328"/>
                    </a:lnTo>
                    <a:lnTo>
                      <a:pt x="47006" y="15124"/>
                    </a:lnTo>
                    <a:lnTo>
                      <a:pt x="192313" y="14633"/>
                    </a:lnTo>
                    <a:lnTo>
                      <a:pt x="175105" y="1349"/>
                    </a:lnTo>
                    <a:lnTo>
                      <a:pt x="163333" y="1186"/>
                    </a:lnTo>
                    <a:lnTo>
                      <a:pt x="162679" y="1186"/>
                    </a:lnTo>
                    <a:lnTo>
                      <a:pt x="151235" y="1022"/>
                    </a:lnTo>
                    <a:lnTo>
                      <a:pt x="139340" y="1022"/>
                    </a:lnTo>
                    <a:lnTo>
                      <a:pt x="128754" y="818"/>
                    </a:lnTo>
                    <a:lnTo>
                      <a:pt x="116328" y="818"/>
                    </a:lnTo>
                    <a:lnTo>
                      <a:pt x="105251" y="654"/>
                    </a:lnTo>
                    <a:lnTo>
                      <a:pt x="104597" y="654"/>
                    </a:lnTo>
                    <a:lnTo>
                      <a:pt x="93194" y="491"/>
                    </a:lnTo>
                    <a:lnTo>
                      <a:pt x="80073" y="491"/>
                    </a:lnTo>
                    <a:lnTo>
                      <a:pt x="68301" y="327"/>
                    </a:lnTo>
                    <a:lnTo>
                      <a:pt x="67443" y="327"/>
                    </a:lnTo>
                    <a:lnTo>
                      <a:pt x="2011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" name="Google Shape;74;p2"/>
            <p:cNvGrpSpPr/>
            <p:nvPr/>
          </p:nvGrpSpPr>
          <p:grpSpPr>
            <a:xfrm>
              <a:off x="904874" y="328675"/>
              <a:ext cx="7315554" cy="4024396"/>
              <a:chOff x="992433" y="538196"/>
              <a:chExt cx="7139913" cy="4021179"/>
            </a:xfrm>
          </p:grpSpPr>
          <p:sp>
            <p:nvSpPr>
              <p:cNvPr id="75" name="Google Shape;75;p2"/>
              <p:cNvSpPr/>
              <p:nvPr/>
            </p:nvSpPr>
            <p:spPr>
              <a:xfrm>
                <a:off x="992433" y="538196"/>
                <a:ext cx="7139815" cy="4021171"/>
              </a:xfrm>
              <a:custGeom>
                <a:avLst/>
                <a:gdLst/>
                <a:ahLst/>
                <a:cxnLst/>
                <a:rect l="l" t="t" r="r" b="b"/>
                <a:pathLst>
                  <a:path w="139504" h="82566" extrusionOk="0">
                    <a:moveTo>
                      <a:pt x="8871" y="0"/>
                    </a:moveTo>
                    <a:cubicBezTo>
                      <a:pt x="3925" y="0"/>
                      <a:pt x="1" y="4088"/>
                      <a:pt x="1" y="8829"/>
                    </a:cubicBezTo>
                    <a:lnTo>
                      <a:pt x="1" y="73573"/>
                    </a:lnTo>
                    <a:cubicBezTo>
                      <a:pt x="1" y="78478"/>
                      <a:pt x="3925" y="82566"/>
                      <a:pt x="8871" y="82566"/>
                    </a:cubicBezTo>
                    <a:lnTo>
                      <a:pt x="130471" y="82566"/>
                    </a:lnTo>
                    <a:cubicBezTo>
                      <a:pt x="135416" y="82566"/>
                      <a:pt x="139504" y="78478"/>
                      <a:pt x="139504" y="73573"/>
                    </a:cubicBezTo>
                    <a:lnTo>
                      <a:pt x="139504" y="8829"/>
                    </a:lnTo>
                    <a:cubicBezTo>
                      <a:pt x="139504" y="4088"/>
                      <a:pt x="135416" y="0"/>
                      <a:pt x="1304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237231" y="669547"/>
                <a:ext cx="6641936" cy="3758421"/>
              </a:xfrm>
              <a:custGeom>
                <a:avLst/>
                <a:gdLst/>
                <a:ahLst/>
                <a:cxnLst/>
                <a:rect l="l" t="t" r="r" b="b"/>
                <a:pathLst>
                  <a:path w="129776" h="77171" extrusionOk="0">
                    <a:moveTo>
                      <a:pt x="121232" y="696"/>
                    </a:moveTo>
                    <a:cubicBezTo>
                      <a:pt x="123480" y="696"/>
                      <a:pt x="125320" y="1554"/>
                      <a:pt x="126873" y="3066"/>
                    </a:cubicBezTo>
                    <a:cubicBezTo>
                      <a:pt x="128222" y="4456"/>
                      <a:pt x="129080" y="6500"/>
                      <a:pt x="129080" y="8543"/>
                    </a:cubicBezTo>
                    <a:lnTo>
                      <a:pt x="129080" y="68465"/>
                    </a:lnTo>
                    <a:cubicBezTo>
                      <a:pt x="129080" y="70672"/>
                      <a:pt x="128222" y="72716"/>
                      <a:pt x="126873" y="74105"/>
                    </a:cubicBezTo>
                    <a:cubicBezTo>
                      <a:pt x="125320" y="75454"/>
                      <a:pt x="123480" y="76476"/>
                      <a:pt x="121232" y="76476"/>
                    </a:cubicBezTo>
                    <a:lnTo>
                      <a:pt x="8665" y="76476"/>
                    </a:lnTo>
                    <a:cubicBezTo>
                      <a:pt x="6458" y="76476"/>
                      <a:pt x="4415" y="75454"/>
                      <a:pt x="3066" y="74105"/>
                    </a:cubicBezTo>
                    <a:cubicBezTo>
                      <a:pt x="1676" y="72716"/>
                      <a:pt x="654" y="70672"/>
                      <a:pt x="654" y="68465"/>
                    </a:cubicBezTo>
                    <a:lnTo>
                      <a:pt x="654" y="8543"/>
                    </a:lnTo>
                    <a:cubicBezTo>
                      <a:pt x="654" y="6500"/>
                      <a:pt x="1676" y="4456"/>
                      <a:pt x="3066" y="3066"/>
                    </a:cubicBezTo>
                    <a:cubicBezTo>
                      <a:pt x="4415" y="1554"/>
                      <a:pt x="6458" y="696"/>
                      <a:pt x="8665" y="696"/>
                    </a:cubicBezTo>
                    <a:close/>
                    <a:moveTo>
                      <a:pt x="8665" y="1"/>
                    </a:moveTo>
                    <a:cubicBezTo>
                      <a:pt x="3924" y="1"/>
                      <a:pt x="0" y="3925"/>
                      <a:pt x="0" y="8543"/>
                    </a:cubicBezTo>
                    <a:lnTo>
                      <a:pt x="0" y="68465"/>
                    </a:lnTo>
                    <a:cubicBezTo>
                      <a:pt x="0" y="73247"/>
                      <a:pt x="3924" y="77171"/>
                      <a:pt x="8665" y="77171"/>
                    </a:cubicBezTo>
                    <a:lnTo>
                      <a:pt x="121232" y="77171"/>
                    </a:lnTo>
                    <a:cubicBezTo>
                      <a:pt x="126015" y="77171"/>
                      <a:pt x="129775" y="73247"/>
                      <a:pt x="129775" y="68465"/>
                    </a:cubicBezTo>
                    <a:lnTo>
                      <a:pt x="129775" y="8543"/>
                    </a:lnTo>
                    <a:cubicBezTo>
                      <a:pt x="129775" y="3925"/>
                      <a:pt x="126015" y="1"/>
                      <a:pt x="12123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992433" y="2437258"/>
                <a:ext cx="1255241" cy="1293977"/>
              </a:xfrm>
              <a:custGeom>
                <a:avLst/>
                <a:gdLst/>
                <a:ahLst/>
                <a:cxnLst/>
                <a:rect l="l" t="t" r="r" b="b"/>
                <a:pathLst>
                  <a:path w="24526" h="26569" extrusionOk="0">
                    <a:moveTo>
                      <a:pt x="1" y="1"/>
                    </a:moveTo>
                    <a:lnTo>
                      <a:pt x="1" y="4252"/>
                    </a:lnTo>
                    <a:lnTo>
                      <a:pt x="4783" y="9034"/>
                    </a:lnTo>
                    <a:lnTo>
                      <a:pt x="4783" y="4947"/>
                    </a:lnTo>
                    <a:lnTo>
                      <a:pt x="1" y="1"/>
                    </a:lnTo>
                    <a:close/>
                    <a:moveTo>
                      <a:pt x="5437" y="5601"/>
                    </a:moveTo>
                    <a:lnTo>
                      <a:pt x="5437" y="9688"/>
                    </a:lnTo>
                    <a:lnTo>
                      <a:pt x="21787" y="26038"/>
                    </a:lnTo>
                    <a:cubicBezTo>
                      <a:pt x="22155" y="26405"/>
                      <a:pt x="22482" y="26569"/>
                      <a:pt x="22809" y="26569"/>
                    </a:cubicBezTo>
                    <a:cubicBezTo>
                      <a:pt x="23340" y="26569"/>
                      <a:pt x="23667" y="26405"/>
                      <a:pt x="24035" y="26038"/>
                    </a:cubicBezTo>
                    <a:cubicBezTo>
                      <a:pt x="24525" y="25547"/>
                      <a:pt x="24525" y="24525"/>
                      <a:pt x="24035" y="23994"/>
                    </a:cubicBezTo>
                    <a:lnTo>
                      <a:pt x="5437" y="5601"/>
                    </a:ln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992433" y="2080949"/>
                <a:ext cx="872414" cy="927685"/>
              </a:xfrm>
              <a:custGeom>
                <a:avLst/>
                <a:gdLst/>
                <a:ahLst/>
                <a:cxnLst/>
                <a:rect l="l" t="t" r="r" b="b"/>
                <a:pathLst>
                  <a:path w="17046" h="19048" extrusionOk="0">
                    <a:moveTo>
                      <a:pt x="1" y="0"/>
                    </a:moveTo>
                    <a:lnTo>
                      <a:pt x="1" y="4088"/>
                    </a:lnTo>
                    <a:lnTo>
                      <a:pt x="4783" y="8993"/>
                    </a:lnTo>
                    <a:lnTo>
                      <a:pt x="4783" y="4742"/>
                    </a:lnTo>
                    <a:lnTo>
                      <a:pt x="1" y="0"/>
                    </a:lnTo>
                    <a:close/>
                    <a:moveTo>
                      <a:pt x="5437" y="5437"/>
                    </a:moveTo>
                    <a:lnTo>
                      <a:pt x="5437" y="9688"/>
                    </a:lnTo>
                    <a:lnTo>
                      <a:pt x="14470" y="18557"/>
                    </a:lnTo>
                    <a:cubicBezTo>
                      <a:pt x="14634" y="18884"/>
                      <a:pt x="15165" y="19048"/>
                      <a:pt x="15492" y="19048"/>
                    </a:cubicBezTo>
                    <a:cubicBezTo>
                      <a:pt x="15860" y="19048"/>
                      <a:pt x="16187" y="18884"/>
                      <a:pt x="16514" y="18557"/>
                    </a:cubicBezTo>
                    <a:cubicBezTo>
                      <a:pt x="17045" y="18026"/>
                      <a:pt x="17045" y="17004"/>
                      <a:pt x="16514" y="16514"/>
                    </a:cubicBezTo>
                    <a:lnTo>
                      <a:pt x="5437" y="5437"/>
                    </a:ln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5795597" y="538196"/>
                <a:ext cx="1018840" cy="770425"/>
              </a:xfrm>
              <a:custGeom>
                <a:avLst/>
                <a:gdLst/>
                <a:ahLst/>
                <a:cxnLst/>
                <a:rect l="l" t="t" r="r" b="b"/>
                <a:pathLst>
                  <a:path w="19907" h="15819" extrusionOk="0">
                    <a:moveTo>
                      <a:pt x="1" y="0"/>
                    </a:moveTo>
                    <a:lnTo>
                      <a:pt x="3066" y="2698"/>
                    </a:lnTo>
                    <a:lnTo>
                      <a:pt x="7481" y="2698"/>
                    </a:lnTo>
                    <a:lnTo>
                      <a:pt x="4415" y="0"/>
                    </a:lnTo>
                    <a:close/>
                    <a:moveTo>
                      <a:pt x="3924" y="3393"/>
                    </a:moveTo>
                    <a:lnTo>
                      <a:pt x="17209" y="15491"/>
                    </a:lnTo>
                    <a:cubicBezTo>
                      <a:pt x="17536" y="15655"/>
                      <a:pt x="17863" y="15818"/>
                      <a:pt x="18230" y="15818"/>
                    </a:cubicBezTo>
                    <a:cubicBezTo>
                      <a:pt x="18557" y="15818"/>
                      <a:pt x="19089" y="15655"/>
                      <a:pt x="19252" y="15328"/>
                    </a:cubicBezTo>
                    <a:cubicBezTo>
                      <a:pt x="19906" y="14633"/>
                      <a:pt x="19743" y="13775"/>
                      <a:pt x="19252" y="13284"/>
                    </a:cubicBezTo>
                    <a:lnTo>
                      <a:pt x="8339" y="3393"/>
                    </a:ln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2387775" y="3862589"/>
                <a:ext cx="922622" cy="696787"/>
              </a:xfrm>
              <a:custGeom>
                <a:avLst/>
                <a:gdLst/>
                <a:ahLst/>
                <a:cxnLst/>
                <a:rect l="l" t="t" r="r" b="b"/>
                <a:pathLst>
                  <a:path w="18027" h="14307" extrusionOk="0">
                    <a:moveTo>
                      <a:pt x="1677" y="1"/>
                    </a:moveTo>
                    <a:cubicBezTo>
                      <a:pt x="1186" y="1"/>
                      <a:pt x="859" y="205"/>
                      <a:pt x="491" y="532"/>
                    </a:cubicBezTo>
                    <a:cubicBezTo>
                      <a:pt x="1" y="1227"/>
                      <a:pt x="1" y="2044"/>
                      <a:pt x="655" y="2576"/>
                    </a:cubicBezTo>
                    <a:lnTo>
                      <a:pt x="9688" y="10914"/>
                    </a:lnTo>
                    <a:lnTo>
                      <a:pt x="14143" y="10914"/>
                    </a:lnTo>
                    <a:lnTo>
                      <a:pt x="2535" y="368"/>
                    </a:lnTo>
                    <a:cubicBezTo>
                      <a:pt x="2372" y="205"/>
                      <a:pt x="2045" y="1"/>
                      <a:pt x="1677" y="1"/>
                    </a:cubicBezTo>
                    <a:close/>
                    <a:moveTo>
                      <a:pt x="10546" y="11609"/>
                    </a:moveTo>
                    <a:lnTo>
                      <a:pt x="13612" y="14307"/>
                    </a:lnTo>
                    <a:lnTo>
                      <a:pt x="18026" y="14307"/>
                    </a:lnTo>
                    <a:lnTo>
                      <a:pt x="14961" y="11609"/>
                    </a:ln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2919134" y="3972072"/>
                <a:ext cx="792932" cy="587303"/>
              </a:xfrm>
              <a:custGeom>
                <a:avLst/>
                <a:gdLst/>
                <a:ahLst/>
                <a:cxnLst/>
                <a:rect l="l" t="t" r="r" b="b"/>
                <a:pathLst>
                  <a:path w="15493" h="12059" extrusionOk="0">
                    <a:moveTo>
                      <a:pt x="1718" y="1"/>
                    </a:moveTo>
                    <a:cubicBezTo>
                      <a:pt x="1186" y="1"/>
                      <a:pt x="859" y="164"/>
                      <a:pt x="491" y="491"/>
                    </a:cubicBezTo>
                    <a:cubicBezTo>
                      <a:pt x="1" y="1186"/>
                      <a:pt x="1" y="2044"/>
                      <a:pt x="696" y="2535"/>
                    </a:cubicBezTo>
                    <a:lnTo>
                      <a:pt x="7317" y="8666"/>
                    </a:lnTo>
                    <a:lnTo>
                      <a:pt x="11732" y="8666"/>
                    </a:lnTo>
                    <a:lnTo>
                      <a:pt x="2535" y="328"/>
                    </a:lnTo>
                    <a:cubicBezTo>
                      <a:pt x="2372" y="164"/>
                      <a:pt x="2045" y="1"/>
                      <a:pt x="1718" y="1"/>
                    </a:cubicBezTo>
                    <a:close/>
                    <a:moveTo>
                      <a:pt x="8012" y="9361"/>
                    </a:moveTo>
                    <a:lnTo>
                      <a:pt x="11078" y="12059"/>
                    </a:lnTo>
                    <a:lnTo>
                      <a:pt x="15492" y="12059"/>
                    </a:lnTo>
                    <a:lnTo>
                      <a:pt x="12427" y="9361"/>
                    </a:ln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5402324" y="538196"/>
                <a:ext cx="803321" cy="587255"/>
              </a:xfrm>
              <a:custGeom>
                <a:avLst/>
                <a:gdLst/>
                <a:ahLst/>
                <a:cxnLst/>
                <a:rect l="l" t="t" r="r" b="b"/>
                <a:pathLst>
                  <a:path w="15696" h="12058" extrusionOk="0">
                    <a:moveTo>
                      <a:pt x="0" y="0"/>
                    </a:moveTo>
                    <a:lnTo>
                      <a:pt x="3066" y="2698"/>
                    </a:lnTo>
                    <a:lnTo>
                      <a:pt x="7521" y="2698"/>
                    </a:lnTo>
                    <a:lnTo>
                      <a:pt x="4456" y="0"/>
                    </a:lnTo>
                    <a:close/>
                    <a:moveTo>
                      <a:pt x="3761" y="3393"/>
                    </a:moveTo>
                    <a:lnTo>
                      <a:pt x="12957" y="11731"/>
                    </a:lnTo>
                    <a:cubicBezTo>
                      <a:pt x="13284" y="11894"/>
                      <a:pt x="13652" y="12058"/>
                      <a:pt x="13979" y="12058"/>
                    </a:cubicBezTo>
                    <a:cubicBezTo>
                      <a:pt x="14511" y="12058"/>
                      <a:pt x="14838" y="11894"/>
                      <a:pt x="15165" y="11567"/>
                    </a:cubicBezTo>
                    <a:cubicBezTo>
                      <a:pt x="15696" y="11036"/>
                      <a:pt x="15696" y="10014"/>
                      <a:pt x="15001" y="9524"/>
                    </a:cubicBezTo>
                    <a:lnTo>
                      <a:pt x="8175" y="3393"/>
                    </a:ln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6519396" y="538196"/>
                <a:ext cx="1167365" cy="895834"/>
              </a:xfrm>
              <a:custGeom>
                <a:avLst/>
                <a:gdLst/>
                <a:ahLst/>
                <a:cxnLst/>
                <a:rect l="l" t="t" r="r" b="b"/>
                <a:pathLst>
                  <a:path w="22809" h="18394" extrusionOk="0">
                    <a:moveTo>
                      <a:pt x="1" y="0"/>
                    </a:moveTo>
                    <a:lnTo>
                      <a:pt x="20070" y="18026"/>
                    </a:lnTo>
                    <a:cubicBezTo>
                      <a:pt x="20438" y="18393"/>
                      <a:pt x="20765" y="18393"/>
                      <a:pt x="21092" y="18393"/>
                    </a:cubicBezTo>
                    <a:cubicBezTo>
                      <a:pt x="21460" y="18393"/>
                      <a:pt x="21950" y="18189"/>
                      <a:pt x="22114" y="17862"/>
                    </a:cubicBezTo>
                    <a:cubicBezTo>
                      <a:pt x="22809" y="17372"/>
                      <a:pt x="22645" y="16350"/>
                      <a:pt x="22114" y="15818"/>
                    </a:cubicBezTo>
                    <a:lnTo>
                      <a:pt x="4415" y="0"/>
                    </a:ln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7320631" y="777083"/>
                <a:ext cx="811715" cy="788347"/>
              </a:xfrm>
              <a:custGeom>
                <a:avLst/>
                <a:gdLst/>
                <a:ahLst/>
                <a:cxnLst/>
                <a:rect l="l" t="t" r="r" b="b"/>
                <a:pathLst>
                  <a:path w="15860" h="16187" extrusionOk="0">
                    <a:moveTo>
                      <a:pt x="1717" y="0"/>
                    </a:moveTo>
                    <a:cubicBezTo>
                      <a:pt x="1186" y="0"/>
                      <a:pt x="859" y="204"/>
                      <a:pt x="532" y="531"/>
                    </a:cubicBezTo>
                    <a:cubicBezTo>
                      <a:pt x="1" y="1022"/>
                      <a:pt x="1" y="2044"/>
                      <a:pt x="696" y="2575"/>
                    </a:cubicBezTo>
                    <a:lnTo>
                      <a:pt x="15860" y="16186"/>
                    </a:lnTo>
                    <a:lnTo>
                      <a:pt x="15860" y="12467"/>
                    </a:lnTo>
                    <a:lnTo>
                      <a:pt x="15860" y="12262"/>
                    </a:lnTo>
                    <a:lnTo>
                      <a:pt x="2576" y="368"/>
                    </a:lnTo>
                    <a:cubicBezTo>
                      <a:pt x="2371" y="204"/>
                      <a:pt x="2044" y="0"/>
                      <a:pt x="1717" y="0"/>
                    </a:cubicBez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992433" y="3464445"/>
                <a:ext cx="811766" cy="788347"/>
              </a:xfrm>
              <a:custGeom>
                <a:avLst/>
                <a:gdLst/>
                <a:ahLst/>
                <a:cxnLst/>
                <a:rect l="l" t="t" r="r" b="b"/>
                <a:pathLst>
                  <a:path w="15861" h="16187" extrusionOk="0">
                    <a:moveTo>
                      <a:pt x="1" y="1"/>
                    </a:moveTo>
                    <a:lnTo>
                      <a:pt x="1" y="3925"/>
                    </a:lnTo>
                    <a:lnTo>
                      <a:pt x="13121" y="15860"/>
                    </a:lnTo>
                    <a:cubicBezTo>
                      <a:pt x="13448" y="16023"/>
                      <a:pt x="13816" y="16187"/>
                      <a:pt x="14143" y="16187"/>
                    </a:cubicBezTo>
                    <a:cubicBezTo>
                      <a:pt x="14470" y="16187"/>
                      <a:pt x="15002" y="16023"/>
                      <a:pt x="15165" y="15696"/>
                    </a:cubicBezTo>
                    <a:cubicBezTo>
                      <a:pt x="15860" y="15165"/>
                      <a:pt x="15656" y="14143"/>
                      <a:pt x="15165" y="1365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438064" y="3597841"/>
                <a:ext cx="1236355" cy="961533"/>
              </a:xfrm>
              <a:custGeom>
                <a:avLst/>
                <a:gdLst/>
                <a:ahLst/>
                <a:cxnLst/>
                <a:rect l="l" t="t" r="r" b="b"/>
                <a:pathLst>
                  <a:path w="24157" h="19743" extrusionOk="0">
                    <a:moveTo>
                      <a:pt x="1676" y="0"/>
                    </a:moveTo>
                    <a:cubicBezTo>
                      <a:pt x="1185" y="0"/>
                      <a:pt x="818" y="164"/>
                      <a:pt x="491" y="532"/>
                    </a:cubicBezTo>
                    <a:cubicBezTo>
                      <a:pt x="0" y="1022"/>
                      <a:pt x="0" y="2044"/>
                      <a:pt x="654" y="2575"/>
                    </a:cubicBezTo>
                    <a:lnTo>
                      <a:pt x="19742" y="19743"/>
                    </a:lnTo>
                    <a:lnTo>
                      <a:pt x="24157" y="19743"/>
                    </a:lnTo>
                    <a:lnTo>
                      <a:pt x="2534" y="327"/>
                    </a:lnTo>
                    <a:cubicBezTo>
                      <a:pt x="2371" y="0"/>
                      <a:pt x="2044" y="0"/>
                      <a:pt x="1676" y="0"/>
                    </a:cubicBezTo>
                    <a:close/>
                  </a:path>
                </a:pathLst>
              </a:custGeom>
              <a:solidFill>
                <a:schemeClr val="lt2">
                  <a:alpha val="5028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7" name="Google Shape;87;p2"/>
          <p:cNvGrpSpPr/>
          <p:nvPr/>
        </p:nvGrpSpPr>
        <p:grpSpPr>
          <a:xfrm>
            <a:off x="4385190" y="148199"/>
            <a:ext cx="373622" cy="90485"/>
            <a:chOff x="4685288" y="186288"/>
            <a:chExt cx="419375" cy="90485"/>
          </a:xfrm>
        </p:grpSpPr>
        <p:sp>
          <p:nvSpPr>
            <p:cNvPr id="88" name="Google Shape;88;p2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" name="Google Shape;89;p2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avLst/>
                <a:gdLst/>
                <a:ahLst/>
                <a:cxnLst/>
                <a:rect l="l" t="t" r="r" b="b"/>
                <a:pathLst>
                  <a:path w="8835" h="1906" extrusionOk="0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097" extrusionOk="0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" name="Google Shape;92;p2"/>
          <p:cNvSpPr txBox="1">
            <a:spLocks noGrp="1"/>
          </p:cNvSpPr>
          <p:nvPr>
            <p:ph type="ctrTitle"/>
          </p:nvPr>
        </p:nvSpPr>
        <p:spPr>
          <a:xfrm>
            <a:off x="1896300" y="1379375"/>
            <a:ext cx="5351400" cy="137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34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subTitle" idx="1"/>
          </p:nvPr>
        </p:nvSpPr>
        <p:spPr>
          <a:xfrm>
            <a:off x="2254050" y="2862700"/>
            <a:ext cx="4635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 rot="-230834">
            <a:off x="414418" y="301686"/>
            <a:ext cx="1386005" cy="2705399"/>
            <a:chOff x="409722" y="228600"/>
            <a:chExt cx="1385931" cy="2705253"/>
          </a:xfrm>
        </p:grpSpPr>
        <p:grpSp>
          <p:nvGrpSpPr>
            <p:cNvPr id="95" name="Google Shape;95;p2"/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96" name="Google Shape;96;p2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" name="Google Shape;98;p2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3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101" name="Google Shape;101;p3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name="adj" fmla="val 3396"/>
              </a:avLst>
            </a:prstGeom>
            <a:solidFill>
              <a:schemeClr val="accent1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 rot="10800000" flipH="1">
              <a:off x="694692" y="580875"/>
              <a:ext cx="7754700" cy="3981600"/>
            </a:xfrm>
            <a:prstGeom prst="roundRect">
              <a:avLst>
                <a:gd name="adj" fmla="val 3396"/>
              </a:avLst>
            </a:prstGeom>
            <a:solidFill>
              <a:schemeClr val="accent4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3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106" name="Google Shape;106;p3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" name="Google Shape;107;p3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108" name="Google Shape;108;p3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avLst/>
                <a:gdLst/>
                <a:ahLst/>
                <a:cxnLst/>
                <a:rect l="l" t="t" r="r" b="b"/>
                <a:pathLst>
                  <a:path w="8835" h="1906" extrusionOk="0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097" extrusionOk="0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0" name="Google Shape;110;p3"/>
          <p:cNvSpPr txBox="1">
            <a:spLocks noGrp="1"/>
          </p:cNvSpPr>
          <p:nvPr>
            <p:ph type="ctrTitle"/>
          </p:nvPr>
        </p:nvSpPr>
        <p:spPr>
          <a:xfrm>
            <a:off x="2492100" y="2123475"/>
            <a:ext cx="4159800" cy="112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1" name="Google Shape;111;p3"/>
          <p:cNvSpPr txBox="1">
            <a:spLocks noGrp="1"/>
          </p:cNvSpPr>
          <p:nvPr>
            <p:ph type="subTitle" idx="1"/>
          </p:nvPr>
        </p:nvSpPr>
        <p:spPr>
          <a:xfrm>
            <a:off x="2492100" y="3323814"/>
            <a:ext cx="4159800" cy="3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title" idx="2" hasCustomPrompt="1"/>
          </p:nvPr>
        </p:nvSpPr>
        <p:spPr>
          <a:xfrm>
            <a:off x="2492100" y="1483386"/>
            <a:ext cx="4159800" cy="70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_1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26"/>
          <p:cNvGrpSpPr/>
          <p:nvPr/>
        </p:nvGrpSpPr>
        <p:grpSpPr>
          <a:xfrm flipH="1">
            <a:off x="-9513" y="-6"/>
            <a:ext cx="9177947" cy="5143519"/>
            <a:chOff x="-9513" y="-6"/>
            <a:chExt cx="9177947" cy="5143519"/>
          </a:xfrm>
        </p:grpSpPr>
        <p:sp>
          <p:nvSpPr>
            <p:cNvPr id="482" name="Google Shape;482;p26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name="adj" fmla="val 3396"/>
              </a:avLst>
            </a:prstGeom>
            <a:solidFill>
              <a:schemeClr val="accent4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7132742" y="2"/>
              <a:ext cx="1612254" cy="1208486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6426313" y="-6"/>
              <a:ext cx="1250789" cy="937634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743298" y="3878776"/>
              <a:ext cx="1664900" cy="1264737"/>
            </a:xfrm>
            <a:custGeom>
              <a:avLst/>
              <a:gdLst/>
              <a:ahLst/>
              <a:cxnLst/>
              <a:rect l="l" t="t" r="r" b="b"/>
              <a:pathLst>
                <a:path w="24157" h="19743" extrusionOk="0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 rot="10800000">
              <a:off x="-9513" y="3652041"/>
              <a:ext cx="1143784" cy="1085055"/>
            </a:xfrm>
            <a:custGeom>
              <a:avLst/>
              <a:gdLst/>
              <a:ahLst/>
              <a:cxnLst/>
              <a:rect l="l" t="t" r="r" b="b"/>
              <a:pathLst>
                <a:path w="15860" h="16187" extrusionOk="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 rot="10800000">
              <a:off x="-9513" y="2774418"/>
              <a:ext cx="1143784" cy="1085055"/>
            </a:xfrm>
            <a:custGeom>
              <a:avLst/>
              <a:gdLst/>
              <a:ahLst/>
              <a:cxnLst/>
              <a:rect l="l" t="t" r="r" b="b"/>
              <a:pathLst>
                <a:path w="15860" h="16187" extrusionOk="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7972352" y="1381124"/>
              <a:ext cx="1196082" cy="1134709"/>
            </a:xfrm>
            <a:custGeom>
              <a:avLst/>
              <a:gdLst/>
              <a:ahLst/>
              <a:cxnLst/>
              <a:rect l="l" t="t" r="r" b="b"/>
              <a:pathLst>
                <a:path w="15860" h="16187" extrusionOk="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9" name="Google Shape;489;p26"/>
          <p:cNvGrpSpPr/>
          <p:nvPr/>
        </p:nvGrpSpPr>
        <p:grpSpPr>
          <a:xfrm flipH="1">
            <a:off x="4296335" y="75177"/>
            <a:ext cx="581170" cy="125403"/>
            <a:chOff x="4685288" y="186288"/>
            <a:chExt cx="419375" cy="90485"/>
          </a:xfrm>
        </p:grpSpPr>
        <p:sp>
          <p:nvSpPr>
            <p:cNvPr id="490" name="Google Shape;490;p26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1" name="Google Shape;491;p26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492" name="Google Shape;492;p26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avLst/>
                <a:gdLst/>
                <a:ahLst/>
                <a:cxnLst/>
                <a:rect l="l" t="t" r="r" b="b"/>
                <a:pathLst>
                  <a:path w="8835" h="1906" extrusionOk="0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6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097" extrusionOk="0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94" name="Google Shape;494;p26"/>
          <p:cNvSpPr txBox="1">
            <a:spLocks noGrp="1"/>
          </p:cNvSpPr>
          <p:nvPr>
            <p:ph type="title"/>
          </p:nvPr>
        </p:nvSpPr>
        <p:spPr>
          <a:xfrm>
            <a:off x="2724150" y="1291488"/>
            <a:ext cx="3695700" cy="6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5" name="Google Shape;495;p26"/>
          <p:cNvSpPr txBox="1">
            <a:spLocks noGrp="1"/>
          </p:cNvSpPr>
          <p:nvPr>
            <p:ph type="subTitle" idx="1"/>
          </p:nvPr>
        </p:nvSpPr>
        <p:spPr>
          <a:xfrm>
            <a:off x="2724150" y="2042113"/>
            <a:ext cx="3695700" cy="18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bg>
      <p:bgPr>
        <a:solidFill>
          <a:schemeClr val="accent2"/>
        </a:solidFill>
        <a:effectLst/>
      </p:bgPr>
    </p:bg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1" name="Google Shape;921;p50"/>
          <p:cNvCxnSpPr/>
          <p:nvPr/>
        </p:nvCxnSpPr>
        <p:spPr>
          <a:xfrm rot="10800000">
            <a:off x="447750" y="4895850"/>
            <a:ext cx="11334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22" name="Google Shape;922;p50"/>
          <p:cNvGrpSpPr/>
          <p:nvPr/>
        </p:nvGrpSpPr>
        <p:grpSpPr>
          <a:xfrm flipH="1">
            <a:off x="-47478" y="2136847"/>
            <a:ext cx="1179753" cy="2854241"/>
            <a:chOff x="7907551" y="-114309"/>
            <a:chExt cx="1908059" cy="4616272"/>
          </a:xfrm>
        </p:grpSpPr>
        <p:sp>
          <p:nvSpPr>
            <p:cNvPr id="923" name="Google Shape;923;p50"/>
            <p:cNvSpPr/>
            <p:nvPr/>
          </p:nvSpPr>
          <p:spPr>
            <a:xfrm>
              <a:off x="8606186" y="3608365"/>
              <a:ext cx="39" cy="483371"/>
            </a:xfrm>
            <a:custGeom>
              <a:avLst/>
              <a:gdLst/>
              <a:ahLst/>
              <a:cxnLst/>
              <a:rect l="l" t="t" r="r" b="b"/>
              <a:pathLst>
                <a:path w="1" h="12426" extrusionOk="0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0"/>
            <p:cNvSpPr/>
            <p:nvPr/>
          </p:nvSpPr>
          <p:spPr>
            <a:xfrm>
              <a:off x="8566430" y="3568608"/>
              <a:ext cx="79551" cy="562883"/>
            </a:xfrm>
            <a:custGeom>
              <a:avLst/>
              <a:gdLst/>
              <a:ahLst/>
              <a:cxnLst/>
              <a:rect l="l" t="t" r="r" b="b"/>
              <a:pathLst>
                <a:path w="2045" h="14470" extrusionOk="0">
                  <a:moveTo>
                    <a:pt x="1023" y="0"/>
                  </a:moveTo>
                  <a:cubicBezTo>
                    <a:pt x="369" y="0"/>
                    <a:pt x="1" y="327"/>
                    <a:pt x="1" y="1022"/>
                  </a:cubicBezTo>
                  <a:lnTo>
                    <a:pt x="1" y="13448"/>
                  </a:lnTo>
                  <a:cubicBezTo>
                    <a:pt x="1" y="13979"/>
                    <a:pt x="369" y="14470"/>
                    <a:pt x="1023" y="14470"/>
                  </a:cubicBezTo>
                  <a:cubicBezTo>
                    <a:pt x="1554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27"/>
                    <a:pt x="1554" y="0"/>
                    <a:pt x="1023" y="0"/>
                  </a:cubicBezTo>
                  <a:close/>
                </a:path>
              </a:pathLst>
            </a:custGeom>
            <a:solidFill>
              <a:schemeClr val="accent1">
                <a:alpha val="12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0"/>
            <p:cNvSpPr/>
            <p:nvPr/>
          </p:nvSpPr>
          <p:spPr>
            <a:xfrm>
              <a:off x="8798589" y="3873900"/>
              <a:ext cx="39" cy="483371"/>
            </a:xfrm>
            <a:custGeom>
              <a:avLst/>
              <a:gdLst/>
              <a:ahLst/>
              <a:cxnLst/>
              <a:rect l="l" t="t" r="r" b="b"/>
              <a:pathLst>
                <a:path w="1" h="12426" extrusionOk="0">
                  <a:moveTo>
                    <a:pt x="0" y="0"/>
                  </a:moveTo>
                  <a:lnTo>
                    <a:pt x="0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0"/>
            <p:cNvSpPr/>
            <p:nvPr/>
          </p:nvSpPr>
          <p:spPr>
            <a:xfrm>
              <a:off x="8758832" y="3834144"/>
              <a:ext cx="79551" cy="562883"/>
            </a:xfrm>
            <a:custGeom>
              <a:avLst/>
              <a:gdLst/>
              <a:ahLst/>
              <a:cxnLst/>
              <a:rect l="l" t="t" r="r" b="b"/>
              <a:pathLst>
                <a:path w="2045" h="14470" extrusionOk="0">
                  <a:moveTo>
                    <a:pt x="1022" y="0"/>
                  </a:moveTo>
                  <a:cubicBezTo>
                    <a:pt x="532" y="0"/>
                    <a:pt x="0" y="491"/>
                    <a:pt x="0" y="1022"/>
                  </a:cubicBezTo>
                  <a:lnTo>
                    <a:pt x="0" y="13448"/>
                  </a:lnTo>
                  <a:cubicBezTo>
                    <a:pt x="0" y="14102"/>
                    <a:pt x="532" y="14470"/>
                    <a:pt x="1022" y="14470"/>
                  </a:cubicBezTo>
                  <a:cubicBezTo>
                    <a:pt x="1554" y="14470"/>
                    <a:pt x="2044" y="14102"/>
                    <a:pt x="2044" y="13448"/>
                  </a:cubicBezTo>
                  <a:lnTo>
                    <a:pt x="2044" y="1022"/>
                  </a:lnTo>
                  <a:cubicBezTo>
                    <a:pt x="2044" y="491"/>
                    <a:pt x="1554" y="0"/>
                    <a:pt x="1022" y="0"/>
                  </a:cubicBezTo>
                  <a:close/>
                </a:path>
              </a:pathLst>
            </a:custGeom>
            <a:solidFill>
              <a:schemeClr val="accent1">
                <a:alpha val="122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0"/>
            <p:cNvSpPr/>
            <p:nvPr/>
          </p:nvSpPr>
          <p:spPr>
            <a:xfrm>
              <a:off x="7907551" y="-114309"/>
              <a:ext cx="1238654" cy="3139619"/>
            </a:xfrm>
            <a:custGeom>
              <a:avLst/>
              <a:gdLst/>
              <a:ahLst/>
              <a:cxnLst/>
              <a:rect l="l" t="t" r="r" b="b"/>
              <a:pathLst>
                <a:path w="31842" h="80710" extrusionOk="0">
                  <a:moveTo>
                    <a:pt x="3210" y="0"/>
                  </a:moveTo>
                  <a:cubicBezTo>
                    <a:pt x="2252" y="0"/>
                    <a:pt x="1348" y="293"/>
                    <a:pt x="818" y="992"/>
                  </a:cubicBezTo>
                  <a:cubicBezTo>
                    <a:pt x="164" y="1851"/>
                    <a:pt x="1" y="2873"/>
                    <a:pt x="1" y="3894"/>
                  </a:cubicBezTo>
                  <a:cubicBezTo>
                    <a:pt x="1" y="8677"/>
                    <a:pt x="4088" y="12928"/>
                    <a:pt x="3557" y="17710"/>
                  </a:cubicBezTo>
                  <a:cubicBezTo>
                    <a:pt x="3393" y="20408"/>
                    <a:pt x="1513" y="22983"/>
                    <a:pt x="1513" y="25680"/>
                  </a:cubicBezTo>
                  <a:cubicBezTo>
                    <a:pt x="1513" y="29768"/>
                    <a:pt x="5437" y="33038"/>
                    <a:pt x="6295" y="36921"/>
                  </a:cubicBezTo>
                  <a:cubicBezTo>
                    <a:pt x="7481" y="43420"/>
                    <a:pt x="655" y="50736"/>
                    <a:pt x="4579" y="56009"/>
                  </a:cubicBezTo>
                  <a:cubicBezTo>
                    <a:pt x="6295" y="58584"/>
                    <a:pt x="10219" y="59933"/>
                    <a:pt x="10383" y="62998"/>
                  </a:cubicBezTo>
                  <a:cubicBezTo>
                    <a:pt x="10546" y="65369"/>
                    <a:pt x="7971" y="67086"/>
                    <a:pt x="6786" y="69293"/>
                  </a:cubicBezTo>
                  <a:cubicBezTo>
                    <a:pt x="5273" y="71663"/>
                    <a:pt x="5437" y="74729"/>
                    <a:pt x="6786" y="77141"/>
                  </a:cubicBezTo>
                  <a:cubicBezTo>
                    <a:pt x="8254" y="79382"/>
                    <a:pt x="10929" y="80710"/>
                    <a:pt x="13496" y="80710"/>
                  </a:cubicBezTo>
                  <a:cubicBezTo>
                    <a:pt x="13644" y="80710"/>
                    <a:pt x="13792" y="80706"/>
                    <a:pt x="13939" y="80697"/>
                  </a:cubicBezTo>
                  <a:lnTo>
                    <a:pt x="22645" y="79838"/>
                  </a:lnTo>
                  <a:cubicBezTo>
                    <a:pt x="28245" y="79511"/>
                    <a:pt x="31842" y="71663"/>
                    <a:pt x="28245" y="67249"/>
                  </a:cubicBezTo>
                  <a:cubicBezTo>
                    <a:pt x="26569" y="65042"/>
                    <a:pt x="23503" y="63489"/>
                    <a:pt x="22645" y="60791"/>
                  </a:cubicBezTo>
                  <a:cubicBezTo>
                    <a:pt x="21623" y="56540"/>
                    <a:pt x="26732" y="52248"/>
                    <a:pt x="25016" y="48161"/>
                  </a:cubicBezTo>
                  <a:cubicBezTo>
                    <a:pt x="24321" y="46322"/>
                    <a:pt x="22277" y="45300"/>
                    <a:pt x="21092" y="43583"/>
                  </a:cubicBezTo>
                  <a:cubicBezTo>
                    <a:pt x="17863" y="39169"/>
                    <a:pt x="21787" y="32670"/>
                    <a:pt x="20601" y="27397"/>
                  </a:cubicBezTo>
                  <a:cubicBezTo>
                    <a:pt x="19743" y="22615"/>
                    <a:pt x="15124" y="19549"/>
                    <a:pt x="12917" y="15298"/>
                  </a:cubicBezTo>
                  <a:cubicBezTo>
                    <a:pt x="10383" y="10353"/>
                    <a:pt x="10546" y="3404"/>
                    <a:pt x="5764" y="665"/>
                  </a:cubicBezTo>
                  <a:cubicBezTo>
                    <a:pt x="5036" y="252"/>
                    <a:pt x="4100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0"/>
            <p:cNvSpPr/>
            <p:nvPr/>
          </p:nvSpPr>
          <p:spPr>
            <a:xfrm>
              <a:off x="8119015" y="89647"/>
              <a:ext cx="596298" cy="2776176"/>
            </a:xfrm>
            <a:custGeom>
              <a:avLst/>
              <a:gdLst/>
              <a:ahLst/>
              <a:cxnLst/>
              <a:rect l="l" t="t" r="r" b="b"/>
              <a:pathLst>
                <a:path w="15329" h="71367" extrusionOk="0">
                  <a:moveTo>
                    <a:pt x="328" y="0"/>
                  </a:moveTo>
                  <a:cubicBezTo>
                    <a:pt x="164" y="0"/>
                    <a:pt x="1" y="205"/>
                    <a:pt x="1" y="368"/>
                  </a:cubicBezTo>
                  <a:cubicBezTo>
                    <a:pt x="164" y="695"/>
                    <a:pt x="5805" y="23339"/>
                    <a:pt x="10219" y="43776"/>
                  </a:cubicBezTo>
                  <a:lnTo>
                    <a:pt x="10219" y="43776"/>
                  </a:lnTo>
                  <a:lnTo>
                    <a:pt x="4252" y="39525"/>
                  </a:lnTo>
                  <a:cubicBezTo>
                    <a:pt x="4252" y="39362"/>
                    <a:pt x="4088" y="39362"/>
                    <a:pt x="4088" y="39362"/>
                  </a:cubicBezTo>
                  <a:cubicBezTo>
                    <a:pt x="3925" y="39362"/>
                    <a:pt x="3925" y="39362"/>
                    <a:pt x="3925" y="39525"/>
                  </a:cubicBezTo>
                  <a:cubicBezTo>
                    <a:pt x="3761" y="39689"/>
                    <a:pt x="3761" y="39852"/>
                    <a:pt x="3925" y="40057"/>
                  </a:cubicBezTo>
                  <a:lnTo>
                    <a:pt x="10056" y="44471"/>
                  </a:lnTo>
                  <a:lnTo>
                    <a:pt x="10219" y="44635"/>
                  </a:lnTo>
                  <a:lnTo>
                    <a:pt x="10383" y="44635"/>
                  </a:lnTo>
                  <a:cubicBezTo>
                    <a:pt x="11568" y="50929"/>
                    <a:pt x="12754" y="57060"/>
                    <a:pt x="13612" y="62170"/>
                  </a:cubicBezTo>
                  <a:lnTo>
                    <a:pt x="8666" y="57060"/>
                  </a:lnTo>
                  <a:cubicBezTo>
                    <a:pt x="8666" y="56897"/>
                    <a:pt x="8503" y="56897"/>
                    <a:pt x="8503" y="56897"/>
                  </a:cubicBezTo>
                  <a:cubicBezTo>
                    <a:pt x="8339" y="56897"/>
                    <a:pt x="8339" y="56897"/>
                    <a:pt x="8176" y="57060"/>
                  </a:cubicBezTo>
                  <a:lnTo>
                    <a:pt x="8176" y="57428"/>
                  </a:lnTo>
                  <a:lnTo>
                    <a:pt x="13775" y="63355"/>
                  </a:lnTo>
                  <a:cubicBezTo>
                    <a:pt x="14307" y="66420"/>
                    <a:pt x="14634" y="69159"/>
                    <a:pt x="14797" y="71366"/>
                  </a:cubicBezTo>
                  <a:lnTo>
                    <a:pt x="15329" y="71366"/>
                  </a:lnTo>
                  <a:cubicBezTo>
                    <a:pt x="15329" y="69322"/>
                    <a:pt x="15002" y="66788"/>
                    <a:pt x="14470" y="64050"/>
                  </a:cubicBezTo>
                  <a:lnTo>
                    <a:pt x="14634" y="64050"/>
                  </a:lnTo>
                  <a:cubicBezTo>
                    <a:pt x="14634" y="64050"/>
                    <a:pt x="14797" y="64050"/>
                    <a:pt x="14797" y="63886"/>
                  </a:cubicBezTo>
                  <a:cubicBezTo>
                    <a:pt x="15002" y="63886"/>
                    <a:pt x="15002" y="63559"/>
                    <a:pt x="14797" y="63559"/>
                  </a:cubicBezTo>
                  <a:lnTo>
                    <a:pt x="14470" y="63028"/>
                  </a:lnTo>
                  <a:cubicBezTo>
                    <a:pt x="11078" y="41406"/>
                    <a:pt x="859" y="695"/>
                    <a:pt x="696" y="205"/>
                  </a:cubicBezTo>
                  <a:cubicBezTo>
                    <a:pt x="696" y="0"/>
                    <a:pt x="491" y="0"/>
                    <a:pt x="328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0"/>
            <p:cNvSpPr/>
            <p:nvPr/>
          </p:nvSpPr>
          <p:spPr>
            <a:xfrm>
              <a:off x="8424307" y="938692"/>
              <a:ext cx="111332" cy="318046"/>
            </a:xfrm>
            <a:custGeom>
              <a:avLst/>
              <a:gdLst/>
              <a:ahLst/>
              <a:cxnLst/>
              <a:rect l="l" t="t" r="r" b="b"/>
              <a:pathLst>
                <a:path w="2862" h="8176" extrusionOk="0">
                  <a:moveTo>
                    <a:pt x="2535" y="1"/>
                  </a:moveTo>
                  <a:cubicBezTo>
                    <a:pt x="2371" y="1"/>
                    <a:pt x="2208" y="164"/>
                    <a:pt x="2208" y="328"/>
                  </a:cubicBezTo>
                  <a:lnTo>
                    <a:pt x="1" y="7808"/>
                  </a:lnTo>
                  <a:cubicBezTo>
                    <a:pt x="1" y="8012"/>
                    <a:pt x="1" y="8176"/>
                    <a:pt x="164" y="8176"/>
                  </a:cubicBezTo>
                  <a:lnTo>
                    <a:pt x="328" y="8176"/>
                  </a:lnTo>
                  <a:cubicBezTo>
                    <a:pt x="491" y="8176"/>
                    <a:pt x="491" y="8176"/>
                    <a:pt x="655" y="8012"/>
                  </a:cubicBezTo>
                  <a:lnTo>
                    <a:pt x="2862" y="491"/>
                  </a:lnTo>
                  <a:cubicBezTo>
                    <a:pt x="2862" y="328"/>
                    <a:pt x="2698" y="164"/>
                    <a:pt x="253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0"/>
            <p:cNvSpPr/>
            <p:nvPr/>
          </p:nvSpPr>
          <p:spPr>
            <a:xfrm>
              <a:off x="8788417" y="298310"/>
              <a:ext cx="1027193" cy="2682583"/>
            </a:xfrm>
            <a:custGeom>
              <a:avLst/>
              <a:gdLst/>
              <a:ahLst/>
              <a:cxnLst/>
              <a:rect l="l" t="t" r="r" b="b"/>
              <a:pathLst>
                <a:path w="26406" h="68961" extrusionOk="0">
                  <a:moveTo>
                    <a:pt x="18871" y="0"/>
                  </a:moveTo>
                  <a:cubicBezTo>
                    <a:pt x="18467" y="0"/>
                    <a:pt x="18069" y="86"/>
                    <a:pt x="17699" y="277"/>
                  </a:cubicBezTo>
                  <a:cubicBezTo>
                    <a:pt x="17004" y="604"/>
                    <a:pt x="16514" y="1462"/>
                    <a:pt x="16187" y="2321"/>
                  </a:cubicBezTo>
                  <a:cubicBezTo>
                    <a:pt x="14961" y="6081"/>
                    <a:pt x="16841" y="10495"/>
                    <a:pt x="15165" y="14256"/>
                  </a:cubicBezTo>
                  <a:cubicBezTo>
                    <a:pt x="14143" y="16299"/>
                    <a:pt x="12100" y="17648"/>
                    <a:pt x="11241" y="19856"/>
                  </a:cubicBezTo>
                  <a:cubicBezTo>
                    <a:pt x="10056" y="23085"/>
                    <a:pt x="12263" y="26845"/>
                    <a:pt x="11568" y="30237"/>
                  </a:cubicBezTo>
                  <a:cubicBezTo>
                    <a:pt x="10710" y="35715"/>
                    <a:pt x="3230" y="39434"/>
                    <a:pt x="4742" y="44707"/>
                  </a:cubicBezTo>
                  <a:cubicBezTo>
                    <a:pt x="5437" y="47282"/>
                    <a:pt x="8176" y="49326"/>
                    <a:pt x="7317" y="51696"/>
                  </a:cubicBezTo>
                  <a:cubicBezTo>
                    <a:pt x="6786" y="53740"/>
                    <a:pt x="4415" y="54435"/>
                    <a:pt x="2699" y="55784"/>
                  </a:cubicBezTo>
                  <a:cubicBezTo>
                    <a:pt x="859" y="57173"/>
                    <a:pt x="1" y="59708"/>
                    <a:pt x="491" y="62078"/>
                  </a:cubicBezTo>
                  <a:cubicBezTo>
                    <a:pt x="1023" y="64326"/>
                    <a:pt x="2903" y="66166"/>
                    <a:pt x="5110" y="66861"/>
                  </a:cubicBezTo>
                  <a:lnTo>
                    <a:pt x="12263" y="68741"/>
                  </a:lnTo>
                  <a:cubicBezTo>
                    <a:pt x="12754" y="68891"/>
                    <a:pt x="13251" y="68961"/>
                    <a:pt x="13745" y="68961"/>
                  </a:cubicBezTo>
                  <a:cubicBezTo>
                    <a:pt x="17699" y="68961"/>
                    <a:pt x="21473" y="64472"/>
                    <a:pt x="20274" y="60402"/>
                  </a:cubicBezTo>
                  <a:cubicBezTo>
                    <a:pt x="19580" y="58195"/>
                    <a:pt x="17536" y="56152"/>
                    <a:pt x="17699" y="53577"/>
                  </a:cubicBezTo>
                  <a:cubicBezTo>
                    <a:pt x="18026" y="50020"/>
                    <a:pt x="23340" y="48140"/>
                    <a:pt x="23136" y="44380"/>
                  </a:cubicBezTo>
                  <a:cubicBezTo>
                    <a:pt x="23136" y="42663"/>
                    <a:pt x="21787" y="41314"/>
                    <a:pt x="21460" y="39598"/>
                  </a:cubicBezTo>
                  <a:cubicBezTo>
                    <a:pt x="20070" y="35183"/>
                    <a:pt x="25016" y="31259"/>
                    <a:pt x="25711" y="26681"/>
                  </a:cubicBezTo>
                  <a:cubicBezTo>
                    <a:pt x="26406" y="22758"/>
                    <a:pt x="23667" y="18997"/>
                    <a:pt x="23340" y="14910"/>
                  </a:cubicBezTo>
                  <a:cubicBezTo>
                    <a:pt x="22645" y="10332"/>
                    <a:pt x="24852" y="4855"/>
                    <a:pt x="21787" y="1462"/>
                  </a:cubicBezTo>
                  <a:cubicBezTo>
                    <a:pt x="21045" y="602"/>
                    <a:pt x="19938" y="0"/>
                    <a:pt x="18871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0"/>
            <p:cNvSpPr/>
            <p:nvPr/>
          </p:nvSpPr>
          <p:spPr>
            <a:xfrm>
              <a:off x="9179562" y="495109"/>
              <a:ext cx="410278" cy="2370722"/>
            </a:xfrm>
            <a:custGeom>
              <a:avLst/>
              <a:gdLst/>
              <a:ahLst/>
              <a:cxnLst/>
              <a:rect l="l" t="t" r="r" b="b"/>
              <a:pathLst>
                <a:path w="10547" h="60944" extrusionOk="0">
                  <a:moveTo>
                    <a:pt x="10383" y="0"/>
                  </a:moveTo>
                  <a:cubicBezTo>
                    <a:pt x="10219" y="0"/>
                    <a:pt x="10015" y="0"/>
                    <a:pt x="10015" y="164"/>
                  </a:cubicBezTo>
                  <a:cubicBezTo>
                    <a:pt x="10015" y="491"/>
                    <a:pt x="7971" y="19906"/>
                    <a:pt x="5437" y="37277"/>
                  </a:cubicBezTo>
                  <a:lnTo>
                    <a:pt x="2045" y="32168"/>
                  </a:lnTo>
                  <a:cubicBezTo>
                    <a:pt x="2045" y="32168"/>
                    <a:pt x="2045" y="32004"/>
                    <a:pt x="1840" y="32004"/>
                  </a:cubicBezTo>
                  <a:lnTo>
                    <a:pt x="1677" y="32168"/>
                  </a:lnTo>
                  <a:cubicBezTo>
                    <a:pt x="1677" y="32168"/>
                    <a:pt x="1513" y="32331"/>
                    <a:pt x="1677" y="32495"/>
                  </a:cubicBezTo>
                  <a:lnTo>
                    <a:pt x="5274" y="37972"/>
                  </a:lnTo>
                  <a:lnTo>
                    <a:pt x="5437" y="37972"/>
                  </a:lnTo>
                  <a:cubicBezTo>
                    <a:pt x="4579" y="43408"/>
                    <a:pt x="3720" y="48518"/>
                    <a:pt x="2862" y="52768"/>
                  </a:cubicBezTo>
                  <a:lnTo>
                    <a:pt x="491" y="47332"/>
                  </a:lnTo>
                  <a:cubicBezTo>
                    <a:pt x="491" y="47169"/>
                    <a:pt x="328" y="47169"/>
                    <a:pt x="328" y="47169"/>
                  </a:cubicBezTo>
                  <a:lnTo>
                    <a:pt x="164" y="47169"/>
                  </a:lnTo>
                  <a:cubicBezTo>
                    <a:pt x="1" y="47169"/>
                    <a:pt x="1" y="47332"/>
                    <a:pt x="1" y="47496"/>
                  </a:cubicBezTo>
                  <a:lnTo>
                    <a:pt x="2699" y="53790"/>
                  </a:lnTo>
                  <a:cubicBezTo>
                    <a:pt x="2208" y="56692"/>
                    <a:pt x="1513" y="59063"/>
                    <a:pt x="1023" y="60943"/>
                  </a:cubicBezTo>
                  <a:lnTo>
                    <a:pt x="1513" y="60943"/>
                  </a:lnTo>
                  <a:cubicBezTo>
                    <a:pt x="2045" y="59267"/>
                    <a:pt x="2535" y="57019"/>
                    <a:pt x="3066" y="54485"/>
                  </a:cubicBezTo>
                  <a:lnTo>
                    <a:pt x="3393" y="54485"/>
                  </a:lnTo>
                  <a:cubicBezTo>
                    <a:pt x="3393" y="54485"/>
                    <a:pt x="3557" y="54322"/>
                    <a:pt x="3393" y="54158"/>
                  </a:cubicBezTo>
                  <a:lnTo>
                    <a:pt x="3230" y="53627"/>
                  </a:lnTo>
                  <a:cubicBezTo>
                    <a:pt x="6786" y="35560"/>
                    <a:pt x="10546" y="654"/>
                    <a:pt x="10546" y="164"/>
                  </a:cubicBezTo>
                  <a:cubicBezTo>
                    <a:pt x="10546" y="164"/>
                    <a:pt x="10546" y="0"/>
                    <a:pt x="1038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0"/>
            <p:cNvSpPr/>
            <p:nvPr/>
          </p:nvSpPr>
          <p:spPr>
            <a:xfrm>
              <a:off x="9476919" y="1275805"/>
              <a:ext cx="179718" cy="225815"/>
            </a:xfrm>
            <a:custGeom>
              <a:avLst/>
              <a:gdLst/>
              <a:ahLst/>
              <a:cxnLst/>
              <a:rect l="l" t="t" r="r" b="b"/>
              <a:pathLst>
                <a:path w="4620" h="5805" extrusionOk="0">
                  <a:moveTo>
                    <a:pt x="4251" y="0"/>
                  </a:moveTo>
                  <a:cubicBezTo>
                    <a:pt x="4088" y="0"/>
                    <a:pt x="4088" y="0"/>
                    <a:pt x="4088" y="164"/>
                  </a:cubicBezTo>
                  <a:lnTo>
                    <a:pt x="0" y="5477"/>
                  </a:lnTo>
                  <a:cubicBezTo>
                    <a:pt x="0" y="5477"/>
                    <a:pt x="0" y="5641"/>
                    <a:pt x="164" y="5804"/>
                  </a:cubicBezTo>
                  <a:lnTo>
                    <a:pt x="532" y="5804"/>
                  </a:lnTo>
                  <a:lnTo>
                    <a:pt x="4415" y="368"/>
                  </a:lnTo>
                  <a:cubicBezTo>
                    <a:pt x="4619" y="368"/>
                    <a:pt x="4415" y="164"/>
                    <a:pt x="4415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0"/>
            <p:cNvSpPr/>
            <p:nvPr/>
          </p:nvSpPr>
          <p:spPr>
            <a:xfrm>
              <a:off x="8106294" y="2865830"/>
              <a:ext cx="1510565" cy="1636134"/>
            </a:xfrm>
            <a:custGeom>
              <a:avLst/>
              <a:gdLst/>
              <a:ahLst/>
              <a:cxnLst/>
              <a:rect l="l" t="t" r="r" b="b"/>
              <a:pathLst>
                <a:path w="38832" h="42060" extrusionOk="0">
                  <a:moveTo>
                    <a:pt x="1" y="0"/>
                  </a:moveTo>
                  <a:lnTo>
                    <a:pt x="5437" y="42059"/>
                  </a:lnTo>
                  <a:lnTo>
                    <a:pt x="34744" y="42059"/>
                  </a:lnTo>
                  <a:lnTo>
                    <a:pt x="38831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0"/>
            <p:cNvSpPr/>
            <p:nvPr/>
          </p:nvSpPr>
          <p:spPr>
            <a:xfrm>
              <a:off x="8522881" y="3144086"/>
              <a:ext cx="39" cy="483371"/>
            </a:xfrm>
            <a:custGeom>
              <a:avLst/>
              <a:gdLst/>
              <a:ahLst/>
              <a:cxnLst/>
              <a:rect l="l" t="t" r="r" b="b"/>
              <a:pathLst>
                <a:path w="1" h="12426" extrusionOk="0">
                  <a:moveTo>
                    <a:pt x="1" y="0"/>
                  </a:moveTo>
                  <a:lnTo>
                    <a:pt x="1" y="124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50"/>
            <p:cNvSpPr/>
            <p:nvPr/>
          </p:nvSpPr>
          <p:spPr>
            <a:xfrm>
              <a:off x="8483163" y="3104329"/>
              <a:ext cx="79512" cy="562883"/>
            </a:xfrm>
            <a:custGeom>
              <a:avLst/>
              <a:gdLst/>
              <a:ahLst/>
              <a:cxnLst/>
              <a:rect l="l" t="t" r="r" b="b"/>
              <a:pathLst>
                <a:path w="2044" h="14470" extrusionOk="0">
                  <a:moveTo>
                    <a:pt x="1022" y="0"/>
                  </a:moveTo>
                  <a:cubicBezTo>
                    <a:pt x="327" y="0"/>
                    <a:pt x="0" y="368"/>
                    <a:pt x="0" y="1022"/>
                  </a:cubicBezTo>
                  <a:lnTo>
                    <a:pt x="0" y="13448"/>
                  </a:lnTo>
                  <a:cubicBezTo>
                    <a:pt x="0" y="13979"/>
                    <a:pt x="327" y="14470"/>
                    <a:pt x="1022" y="14470"/>
                  </a:cubicBezTo>
                  <a:cubicBezTo>
                    <a:pt x="1553" y="14470"/>
                    <a:pt x="2044" y="13979"/>
                    <a:pt x="2044" y="13448"/>
                  </a:cubicBezTo>
                  <a:lnTo>
                    <a:pt x="2044" y="1022"/>
                  </a:lnTo>
                  <a:cubicBezTo>
                    <a:pt x="2044" y="368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0"/>
            <p:cNvSpPr/>
            <p:nvPr/>
          </p:nvSpPr>
          <p:spPr>
            <a:xfrm>
              <a:off x="9139845" y="3031196"/>
              <a:ext cx="79512" cy="564478"/>
            </a:xfrm>
            <a:custGeom>
              <a:avLst/>
              <a:gdLst/>
              <a:ahLst/>
              <a:cxnLst/>
              <a:rect l="l" t="t" r="r" b="b"/>
              <a:pathLst>
                <a:path w="2044" h="14511" extrusionOk="0">
                  <a:moveTo>
                    <a:pt x="1022" y="0"/>
                  </a:moveTo>
                  <a:cubicBezTo>
                    <a:pt x="491" y="0"/>
                    <a:pt x="0" y="368"/>
                    <a:pt x="0" y="1022"/>
                  </a:cubicBezTo>
                  <a:lnTo>
                    <a:pt x="0" y="13488"/>
                  </a:lnTo>
                  <a:cubicBezTo>
                    <a:pt x="0" y="13979"/>
                    <a:pt x="491" y="14510"/>
                    <a:pt x="1022" y="14510"/>
                  </a:cubicBezTo>
                  <a:cubicBezTo>
                    <a:pt x="1512" y="14510"/>
                    <a:pt x="2044" y="13979"/>
                    <a:pt x="2044" y="13488"/>
                  </a:cubicBezTo>
                  <a:lnTo>
                    <a:pt x="2044" y="1022"/>
                  </a:lnTo>
                  <a:cubicBezTo>
                    <a:pt x="2044" y="368"/>
                    <a:pt x="1512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0"/>
            <p:cNvSpPr/>
            <p:nvPr/>
          </p:nvSpPr>
          <p:spPr>
            <a:xfrm>
              <a:off x="8993540" y="3323729"/>
              <a:ext cx="79551" cy="562922"/>
            </a:xfrm>
            <a:custGeom>
              <a:avLst/>
              <a:gdLst/>
              <a:ahLst/>
              <a:cxnLst/>
              <a:rect l="l" t="t" r="r" b="b"/>
              <a:pathLst>
                <a:path w="2045" h="14471" extrusionOk="0">
                  <a:moveTo>
                    <a:pt x="1022" y="1"/>
                  </a:moveTo>
                  <a:cubicBezTo>
                    <a:pt x="491" y="1"/>
                    <a:pt x="1" y="328"/>
                    <a:pt x="1" y="1023"/>
                  </a:cubicBezTo>
                  <a:lnTo>
                    <a:pt x="1" y="13448"/>
                  </a:lnTo>
                  <a:cubicBezTo>
                    <a:pt x="1" y="14143"/>
                    <a:pt x="491" y="14470"/>
                    <a:pt x="1022" y="14470"/>
                  </a:cubicBezTo>
                  <a:cubicBezTo>
                    <a:pt x="1513" y="14470"/>
                    <a:pt x="2044" y="14143"/>
                    <a:pt x="2044" y="13448"/>
                  </a:cubicBezTo>
                  <a:lnTo>
                    <a:pt x="2044" y="1023"/>
                  </a:lnTo>
                  <a:cubicBezTo>
                    <a:pt x="2044" y="328"/>
                    <a:pt x="1513" y="1"/>
                    <a:pt x="1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0"/>
            <p:cNvSpPr/>
            <p:nvPr/>
          </p:nvSpPr>
          <p:spPr>
            <a:xfrm>
              <a:off x="9165286" y="3733975"/>
              <a:ext cx="79512" cy="569263"/>
            </a:xfrm>
            <a:custGeom>
              <a:avLst/>
              <a:gdLst/>
              <a:ahLst/>
              <a:cxnLst/>
              <a:rect l="l" t="t" r="r" b="b"/>
              <a:pathLst>
                <a:path w="2044" h="14634" extrusionOk="0">
                  <a:moveTo>
                    <a:pt x="1022" y="0"/>
                  </a:moveTo>
                  <a:cubicBezTo>
                    <a:pt x="368" y="0"/>
                    <a:pt x="0" y="532"/>
                    <a:pt x="0" y="1022"/>
                  </a:cubicBezTo>
                  <a:lnTo>
                    <a:pt x="0" y="13611"/>
                  </a:lnTo>
                  <a:cubicBezTo>
                    <a:pt x="0" y="14143"/>
                    <a:pt x="368" y="14633"/>
                    <a:pt x="1022" y="14633"/>
                  </a:cubicBezTo>
                  <a:cubicBezTo>
                    <a:pt x="1553" y="14633"/>
                    <a:pt x="2044" y="14143"/>
                    <a:pt x="2044" y="13611"/>
                  </a:cubicBezTo>
                  <a:lnTo>
                    <a:pt x="2044" y="1022"/>
                  </a:lnTo>
                  <a:cubicBezTo>
                    <a:pt x="2044" y="532"/>
                    <a:pt x="1553" y="0"/>
                    <a:pt x="10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Google Shape;939;p50"/>
          <p:cNvSpPr/>
          <p:nvPr/>
        </p:nvSpPr>
        <p:spPr>
          <a:xfrm flipH="1">
            <a:off x="6758010" y="4675051"/>
            <a:ext cx="1832405" cy="244805"/>
          </a:xfrm>
          <a:custGeom>
            <a:avLst/>
            <a:gdLst/>
            <a:ahLst/>
            <a:cxnLst/>
            <a:rect l="l" t="t" r="r" b="b"/>
            <a:pathLst>
              <a:path w="55866" h="7463" extrusionOk="0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0" name="Google Shape;940;p50"/>
          <p:cNvGrpSpPr/>
          <p:nvPr/>
        </p:nvGrpSpPr>
        <p:grpSpPr>
          <a:xfrm flipH="1">
            <a:off x="8058686" y="457200"/>
            <a:ext cx="1385931" cy="2705253"/>
            <a:chOff x="409722" y="228600"/>
            <a:chExt cx="1385931" cy="2705253"/>
          </a:xfrm>
        </p:grpSpPr>
        <p:grpSp>
          <p:nvGrpSpPr>
            <p:cNvPr id="941" name="Google Shape;941;p50"/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942" name="Google Shape;942;p50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50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4" name="Google Shape;944;p50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1"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oogle Shape;946;p51"/>
          <p:cNvGrpSpPr/>
          <p:nvPr/>
        </p:nvGrpSpPr>
        <p:grpSpPr>
          <a:xfrm flipH="1">
            <a:off x="-24431" y="-6"/>
            <a:ext cx="9169628" cy="5143518"/>
            <a:chOff x="-1204" y="-6"/>
            <a:chExt cx="9169628" cy="5143518"/>
          </a:xfrm>
        </p:grpSpPr>
        <p:sp>
          <p:nvSpPr>
            <p:cNvPr id="947" name="Google Shape;947;p51"/>
            <p:cNvSpPr/>
            <p:nvPr/>
          </p:nvSpPr>
          <p:spPr>
            <a:xfrm>
              <a:off x="319050" y="283350"/>
              <a:ext cx="8505900" cy="4576800"/>
            </a:xfrm>
            <a:prstGeom prst="roundRect">
              <a:avLst>
                <a:gd name="adj" fmla="val 3396"/>
              </a:avLst>
            </a:prstGeom>
            <a:solidFill>
              <a:schemeClr val="accent4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51"/>
            <p:cNvSpPr/>
            <p:nvPr/>
          </p:nvSpPr>
          <p:spPr>
            <a:xfrm>
              <a:off x="7144668" y="0"/>
              <a:ext cx="1600279" cy="1208486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51"/>
            <p:cNvSpPr/>
            <p:nvPr/>
          </p:nvSpPr>
          <p:spPr>
            <a:xfrm>
              <a:off x="6578703" y="-6"/>
              <a:ext cx="1250846" cy="937634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51"/>
            <p:cNvSpPr/>
            <p:nvPr/>
          </p:nvSpPr>
          <p:spPr>
            <a:xfrm>
              <a:off x="743289" y="3878776"/>
              <a:ext cx="1664900" cy="1264737"/>
            </a:xfrm>
            <a:custGeom>
              <a:avLst/>
              <a:gdLst/>
              <a:ahLst/>
              <a:cxnLst/>
              <a:rect l="l" t="t" r="r" b="b"/>
              <a:pathLst>
                <a:path w="24157" h="19743" extrusionOk="0">
                  <a:moveTo>
                    <a:pt x="1676" y="0"/>
                  </a:moveTo>
                  <a:cubicBezTo>
                    <a:pt x="1185" y="0"/>
                    <a:pt x="818" y="164"/>
                    <a:pt x="491" y="532"/>
                  </a:cubicBezTo>
                  <a:cubicBezTo>
                    <a:pt x="0" y="1022"/>
                    <a:pt x="0" y="2044"/>
                    <a:pt x="654" y="2575"/>
                  </a:cubicBezTo>
                  <a:lnTo>
                    <a:pt x="19742" y="19743"/>
                  </a:lnTo>
                  <a:lnTo>
                    <a:pt x="24157" y="19743"/>
                  </a:lnTo>
                  <a:lnTo>
                    <a:pt x="2534" y="327"/>
                  </a:lnTo>
                  <a:cubicBezTo>
                    <a:pt x="2371" y="0"/>
                    <a:pt x="2044" y="0"/>
                    <a:pt x="1676" y="0"/>
                  </a:cubicBez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51"/>
            <p:cNvSpPr/>
            <p:nvPr/>
          </p:nvSpPr>
          <p:spPr>
            <a:xfrm rot="10800000">
              <a:off x="-1204" y="3670093"/>
              <a:ext cx="1135497" cy="1067007"/>
            </a:xfrm>
            <a:custGeom>
              <a:avLst/>
              <a:gdLst/>
              <a:ahLst/>
              <a:cxnLst/>
              <a:rect l="l" t="t" r="r" b="b"/>
              <a:pathLst>
                <a:path w="15860" h="16187" extrusionOk="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51"/>
            <p:cNvSpPr/>
            <p:nvPr/>
          </p:nvSpPr>
          <p:spPr>
            <a:xfrm>
              <a:off x="7972342" y="1228724"/>
              <a:ext cx="1196082" cy="1134709"/>
            </a:xfrm>
            <a:custGeom>
              <a:avLst/>
              <a:gdLst/>
              <a:ahLst/>
              <a:cxnLst/>
              <a:rect l="l" t="t" r="r" b="b"/>
              <a:pathLst>
                <a:path w="15860" h="16187" extrusionOk="0">
                  <a:moveTo>
                    <a:pt x="1717" y="0"/>
                  </a:moveTo>
                  <a:cubicBezTo>
                    <a:pt x="1186" y="0"/>
                    <a:pt x="859" y="204"/>
                    <a:pt x="532" y="531"/>
                  </a:cubicBezTo>
                  <a:cubicBezTo>
                    <a:pt x="1" y="1022"/>
                    <a:pt x="1" y="2044"/>
                    <a:pt x="696" y="2575"/>
                  </a:cubicBezTo>
                  <a:lnTo>
                    <a:pt x="15860" y="16186"/>
                  </a:lnTo>
                  <a:lnTo>
                    <a:pt x="15860" y="12467"/>
                  </a:lnTo>
                  <a:lnTo>
                    <a:pt x="15860" y="12262"/>
                  </a:lnTo>
                  <a:lnTo>
                    <a:pt x="2576" y="368"/>
                  </a:lnTo>
                  <a:cubicBezTo>
                    <a:pt x="2371" y="204"/>
                    <a:pt x="2044" y="0"/>
                    <a:pt x="1717" y="0"/>
                  </a:cubicBezTo>
                  <a:close/>
                </a:path>
              </a:pathLst>
            </a:custGeom>
            <a:solidFill>
              <a:schemeClr val="lt2">
                <a:alpha val="502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3" name="Google Shape;953;p51"/>
          <p:cNvGrpSpPr/>
          <p:nvPr/>
        </p:nvGrpSpPr>
        <p:grpSpPr>
          <a:xfrm>
            <a:off x="4281415" y="75177"/>
            <a:ext cx="581170" cy="125403"/>
            <a:chOff x="4685288" y="186288"/>
            <a:chExt cx="419375" cy="90485"/>
          </a:xfrm>
        </p:grpSpPr>
        <p:sp>
          <p:nvSpPr>
            <p:cNvPr id="954" name="Google Shape;954;p51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5" name="Google Shape;955;p51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956" name="Google Shape;956;p51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avLst/>
                <a:gdLst/>
                <a:ahLst/>
                <a:cxnLst/>
                <a:rect l="l" t="t" r="r" b="b"/>
                <a:pathLst>
                  <a:path w="8835" h="1906" extrusionOk="0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51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097" extrusionOk="0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58" name="Google Shape;958;p51"/>
          <p:cNvGrpSpPr/>
          <p:nvPr/>
        </p:nvGrpSpPr>
        <p:grpSpPr>
          <a:xfrm rot="-1102275">
            <a:off x="239301" y="2899434"/>
            <a:ext cx="541146" cy="2225370"/>
            <a:chOff x="871338" y="1945155"/>
            <a:chExt cx="247109" cy="1016148"/>
          </a:xfrm>
        </p:grpSpPr>
        <p:sp>
          <p:nvSpPr>
            <p:cNvPr id="959" name="Google Shape;959;p51"/>
            <p:cNvSpPr/>
            <p:nvPr/>
          </p:nvSpPr>
          <p:spPr>
            <a:xfrm>
              <a:off x="1017893" y="2858365"/>
              <a:ext cx="100554" cy="102938"/>
            </a:xfrm>
            <a:custGeom>
              <a:avLst/>
              <a:gdLst/>
              <a:ahLst/>
              <a:cxnLst/>
              <a:rect l="l" t="t" r="r" b="b"/>
              <a:pathLst>
                <a:path w="5314" h="5440" extrusionOk="0">
                  <a:moveTo>
                    <a:pt x="2707" y="0"/>
                  </a:moveTo>
                  <a:cubicBezTo>
                    <a:pt x="1253" y="0"/>
                    <a:pt x="0" y="1254"/>
                    <a:pt x="0" y="2707"/>
                  </a:cubicBezTo>
                  <a:cubicBezTo>
                    <a:pt x="0" y="4186"/>
                    <a:pt x="1253" y="5439"/>
                    <a:pt x="2707" y="5439"/>
                  </a:cubicBezTo>
                  <a:cubicBezTo>
                    <a:pt x="4161" y="5439"/>
                    <a:pt x="5314" y="4186"/>
                    <a:pt x="5314" y="2707"/>
                  </a:cubicBezTo>
                  <a:cubicBezTo>
                    <a:pt x="5314" y="1254"/>
                    <a:pt x="4161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1"/>
            <p:cNvSpPr/>
            <p:nvPr/>
          </p:nvSpPr>
          <p:spPr>
            <a:xfrm>
              <a:off x="871338" y="2075844"/>
              <a:ext cx="215338" cy="853670"/>
            </a:xfrm>
            <a:custGeom>
              <a:avLst/>
              <a:gdLst/>
              <a:ahLst/>
              <a:cxnLst/>
              <a:rect l="l" t="t" r="r" b="b"/>
              <a:pathLst>
                <a:path w="11380" h="45114" extrusionOk="0">
                  <a:moveTo>
                    <a:pt x="6066" y="1"/>
                  </a:moveTo>
                  <a:cubicBezTo>
                    <a:pt x="2206" y="5640"/>
                    <a:pt x="1" y="12332"/>
                    <a:pt x="1" y="19625"/>
                  </a:cubicBezTo>
                  <a:cubicBezTo>
                    <a:pt x="1" y="29650"/>
                    <a:pt x="4287" y="38748"/>
                    <a:pt x="11079" y="45114"/>
                  </a:cubicBezTo>
                  <a:lnTo>
                    <a:pt x="11379" y="44813"/>
                  </a:lnTo>
                  <a:cubicBezTo>
                    <a:pt x="4612" y="38547"/>
                    <a:pt x="427" y="29550"/>
                    <a:pt x="427" y="19625"/>
                  </a:cubicBezTo>
                  <a:cubicBezTo>
                    <a:pt x="427" y="12432"/>
                    <a:pt x="2607" y="5740"/>
                    <a:pt x="6367" y="201"/>
                  </a:cubicBezTo>
                  <a:lnTo>
                    <a:pt x="60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51"/>
            <p:cNvSpPr/>
            <p:nvPr/>
          </p:nvSpPr>
          <p:spPr>
            <a:xfrm>
              <a:off x="1051083" y="1945155"/>
              <a:ext cx="67364" cy="51242"/>
            </a:xfrm>
            <a:custGeom>
              <a:avLst/>
              <a:gdLst/>
              <a:ahLst/>
              <a:cxnLst/>
              <a:rect l="l" t="t" r="r" b="b"/>
              <a:pathLst>
                <a:path w="3560" h="2708" extrusionOk="0">
                  <a:moveTo>
                    <a:pt x="1780" y="1"/>
                  </a:moveTo>
                  <a:cubicBezTo>
                    <a:pt x="1" y="1"/>
                    <a:pt x="1" y="2708"/>
                    <a:pt x="1780" y="2708"/>
                  </a:cubicBezTo>
                  <a:cubicBezTo>
                    <a:pt x="3459" y="2708"/>
                    <a:pt x="3560" y="1"/>
                    <a:pt x="17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2" name="Google Shape;962;p51"/>
          <p:cNvSpPr/>
          <p:nvPr/>
        </p:nvSpPr>
        <p:spPr>
          <a:xfrm>
            <a:off x="7683774" y="926546"/>
            <a:ext cx="1629891" cy="217696"/>
          </a:xfrm>
          <a:custGeom>
            <a:avLst/>
            <a:gdLst/>
            <a:ahLst/>
            <a:cxnLst/>
            <a:rect l="l" t="t" r="r" b="b"/>
            <a:pathLst>
              <a:path w="55866" h="7463" extrusionOk="0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MAIN_POINT_1">
    <p:bg>
      <p:bgPr>
        <a:solidFill>
          <a:schemeClr val="accent2"/>
        </a:solidFill>
        <a:effectLst/>
      </p:bgPr>
    </p:bg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52"/>
          <p:cNvGrpSpPr/>
          <p:nvPr/>
        </p:nvGrpSpPr>
        <p:grpSpPr>
          <a:xfrm>
            <a:off x="319043" y="283350"/>
            <a:ext cx="8505900" cy="4576800"/>
            <a:chOff x="319043" y="283350"/>
            <a:chExt cx="8505900" cy="4576800"/>
          </a:xfrm>
        </p:grpSpPr>
        <p:sp>
          <p:nvSpPr>
            <p:cNvPr id="965" name="Google Shape;965;p52"/>
            <p:cNvSpPr/>
            <p:nvPr/>
          </p:nvSpPr>
          <p:spPr>
            <a:xfrm flipH="1">
              <a:off x="319043" y="283350"/>
              <a:ext cx="8505900" cy="4576800"/>
            </a:xfrm>
            <a:prstGeom prst="roundRect">
              <a:avLst>
                <a:gd name="adj" fmla="val 3396"/>
              </a:avLst>
            </a:prstGeom>
            <a:solidFill>
              <a:schemeClr val="accent1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52"/>
            <p:cNvSpPr/>
            <p:nvPr/>
          </p:nvSpPr>
          <p:spPr>
            <a:xfrm rot="10800000" flipH="1">
              <a:off x="694692" y="580875"/>
              <a:ext cx="7754700" cy="3981600"/>
            </a:xfrm>
            <a:prstGeom prst="roundRect">
              <a:avLst>
                <a:gd name="adj" fmla="val 3396"/>
              </a:avLst>
            </a:prstGeom>
            <a:solidFill>
              <a:schemeClr val="accent4"/>
            </a:solidFill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52"/>
            <p:cNvSpPr/>
            <p:nvPr/>
          </p:nvSpPr>
          <p:spPr>
            <a:xfrm flipH="1">
              <a:off x="1289186" y="298550"/>
              <a:ext cx="1611114" cy="1202094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52"/>
            <p:cNvSpPr/>
            <p:nvPr/>
          </p:nvSpPr>
          <p:spPr>
            <a:xfrm flipH="1">
              <a:off x="2162181" y="298550"/>
              <a:ext cx="1348069" cy="995345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52"/>
            <p:cNvSpPr/>
            <p:nvPr/>
          </p:nvSpPr>
          <p:spPr>
            <a:xfrm rot="10800000">
              <a:off x="5767286" y="3636168"/>
              <a:ext cx="1611114" cy="1209957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52"/>
            <p:cNvSpPr/>
            <p:nvPr/>
          </p:nvSpPr>
          <p:spPr>
            <a:xfrm rot="10800000">
              <a:off x="6640281" y="3842942"/>
              <a:ext cx="1348069" cy="1004358"/>
            </a:xfrm>
            <a:custGeom>
              <a:avLst/>
              <a:gdLst/>
              <a:ahLst/>
              <a:cxnLst/>
              <a:rect l="l" t="t" r="r" b="b"/>
              <a:pathLst>
                <a:path w="22809" h="18394" extrusionOk="0">
                  <a:moveTo>
                    <a:pt x="1" y="0"/>
                  </a:moveTo>
                  <a:lnTo>
                    <a:pt x="20070" y="18026"/>
                  </a:lnTo>
                  <a:cubicBezTo>
                    <a:pt x="20438" y="18393"/>
                    <a:pt x="20765" y="18393"/>
                    <a:pt x="21092" y="18393"/>
                  </a:cubicBezTo>
                  <a:cubicBezTo>
                    <a:pt x="21460" y="18393"/>
                    <a:pt x="21950" y="18189"/>
                    <a:pt x="22114" y="17862"/>
                  </a:cubicBezTo>
                  <a:cubicBezTo>
                    <a:pt x="22809" y="17372"/>
                    <a:pt x="22645" y="16350"/>
                    <a:pt x="22114" y="15818"/>
                  </a:cubicBezTo>
                  <a:lnTo>
                    <a:pt x="4415" y="0"/>
                  </a:lnTo>
                  <a:close/>
                </a:path>
              </a:pathLst>
            </a:custGeom>
            <a:solidFill>
              <a:srgbClr val="FFFFFF">
                <a:alpha val="20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1" name="Google Shape;971;p52"/>
          <p:cNvGrpSpPr/>
          <p:nvPr/>
        </p:nvGrpSpPr>
        <p:grpSpPr>
          <a:xfrm>
            <a:off x="4281415" y="375214"/>
            <a:ext cx="581170" cy="125403"/>
            <a:chOff x="4685288" y="186288"/>
            <a:chExt cx="419375" cy="90485"/>
          </a:xfrm>
        </p:grpSpPr>
        <p:sp>
          <p:nvSpPr>
            <p:cNvPr id="972" name="Google Shape;972;p52"/>
            <p:cNvSpPr/>
            <p:nvPr/>
          </p:nvSpPr>
          <p:spPr>
            <a:xfrm>
              <a:off x="4687513" y="186288"/>
              <a:ext cx="414900" cy="82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3" name="Google Shape;973;p52"/>
            <p:cNvGrpSpPr/>
            <p:nvPr/>
          </p:nvGrpSpPr>
          <p:grpSpPr>
            <a:xfrm>
              <a:off x="4685288" y="186300"/>
              <a:ext cx="419375" cy="90473"/>
              <a:chOff x="4390000" y="182175"/>
              <a:chExt cx="419375" cy="90473"/>
            </a:xfrm>
          </p:grpSpPr>
          <p:sp>
            <p:nvSpPr>
              <p:cNvPr id="974" name="Google Shape;974;p52"/>
              <p:cNvSpPr/>
              <p:nvPr/>
            </p:nvSpPr>
            <p:spPr>
              <a:xfrm>
                <a:off x="4390000" y="182175"/>
                <a:ext cx="419375" cy="90473"/>
              </a:xfrm>
              <a:custGeom>
                <a:avLst/>
                <a:gdLst/>
                <a:ahLst/>
                <a:cxnLst/>
                <a:rect l="l" t="t" r="r" b="b"/>
                <a:pathLst>
                  <a:path w="8835" h="1906" extrusionOk="0">
                    <a:moveTo>
                      <a:pt x="7882" y="155"/>
                    </a:moveTo>
                    <a:cubicBezTo>
                      <a:pt x="8323" y="155"/>
                      <a:pt x="8680" y="512"/>
                      <a:pt x="8680" y="953"/>
                    </a:cubicBezTo>
                    <a:cubicBezTo>
                      <a:pt x="8680" y="1393"/>
                      <a:pt x="8323" y="1750"/>
                      <a:pt x="7882" y="1750"/>
                    </a:cubicBezTo>
                    <a:lnTo>
                      <a:pt x="953" y="1750"/>
                    </a:lnTo>
                    <a:cubicBezTo>
                      <a:pt x="512" y="1750"/>
                      <a:pt x="155" y="1393"/>
                      <a:pt x="155" y="953"/>
                    </a:cubicBezTo>
                    <a:cubicBezTo>
                      <a:pt x="155" y="512"/>
                      <a:pt x="512" y="155"/>
                      <a:pt x="953" y="155"/>
                    </a:cubicBezTo>
                    <a:close/>
                    <a:moveTo>
                      <a:pt x="953" y="0"/>
                    </a:moveTo>
                    <a:cubicBezTo>
                      <a:pt x="429" y="0"/>
                      <a:pt x="0" y="429"/>
                      <a:pt x="0" y="953"/>
                    </a:cubicBezTo>
                    <a:cubicBezTo>
                      <a:pt x="0" y="1476"/>
                      <a:pt x="429" y="1905"/>
                      <a:pt x="953" y="1905"/>
                    </a:cubicBezTo>
                    <a:lnTo>
                      <a:pt x="7882" y="1905"/>
                    </a:lnTo>
                    <a:cubicBezTo>
                      <a:pt x="8406" y="1905"/>
                      <a:pt x="8835" y="1476"/>
                      <a:pt x="8835" y="953"/>
                    </a:cubicBezTo>
                    <a:cubicBezTo>
                      <a:pt x="8835" y="429"/>
                      <a:pt x="8406" y="0"/>
                      <a:pt x="78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52"/>
              <p:cNvSpPr/>
              <p:nvPr/>
            </p:nvSpPr>
            <p:spPr>
              <a:xfrm>
                <a:off x="4464048" y="201352"/>
                <a:ext cx="52024" cy="52072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097" extrusionOk="0">
                    <a:moveTo>
                      <a:pt x="548" y="144"/>
                    </a:moveTo>
                    <a:cubicBezTo>
                      <a:pt x="774" y="144"/>
                      <a:pt x="953" y="322"/>
                      <a:pt x="953" y="549"/>
                    </a:cubicBezTo>
                    <a:cubicBezTo>
                      <a:pt x="953" y="763"/>
                      <a:pt x="774" y="941"/>
                      <a:pt x="548" y="941"/>
                    </a:cubicBezTo>
                    <a:cubicBezTo>
                      <a:pt x="333" y="941"/>
                      <a:pt x="155" y="763"/>
                      <a:pt x="155" y="549"/>
                    </a:cubicBezTo>
                    <a:cubicBezTo>
                      <a:pt x="155" y="322"/>
                      <a:pt x="333" y="144"/>
                      <a:pt x="548" y="144"/>
                    </a:cubicBezTo>
                    <a:close/>
                    <a:moveTo>
                      <a:pt x="548" y="1"/>
                    </a:moveTo>
                    <a:cubicBezTo>
                      <a:pt x="250" y="1"/>
                      <a:pt x="0" y="251"/>
                      <a:pt x="0" y="549"/>
                    </a:cubicBezTo>
                    <a:cubicBezTo>
                      <a:pt x="0" y="846"/>
                      <a:pt x="250" y="1096"/>
                      <a:pt x="548" y="1096"/>
                    </a:cubicBezTo>
                    <a:cubicBezTo>
                      <a:pt x="845" y="1096"/>
                      <a:pt x="1095" y="846"/>
                      <a:pt x="1095" y="549"/>
                    </a:cubicBezTo>
                    <a:cubicBezTo>
                      <a:pt x="1095" y="251"/>
                      <a:pt x="845" y="1"/>
                      <a:pt x="5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ldrich"/>
              <a:buNone/>
              <a:defRPr sz="2800">
                <a:solidFill>
                  <a:schemeClr val="accent5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Char char="●"/>
              <a:defRPr sz="1800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●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●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Char char="○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Char char="■"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72" r:id="rId4"/>
    <p:sldLayoutId id="2147483696" r:id="rId5"/>
    <p:sldLayoutId id="2147483697" r:id="rId6"/>
    <p:sldLayoutId id="214748369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9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58"/>
          <p:cNvSpPr txBox="1">
            <a:spLocks noGrp="1"/>
          </p:cNvSpPr>
          <p:nvPr>
            <p:ph type="ctrTitle"/>
          </p:nvPr>
        </p:nvSpPr>
        <p:spPr>
          <a:xfrm>
            <a:off x="2492100" y="404678"/>
            <a:ext cx="4159800" cy="11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nl-NL" dirty="0"/>
              <a:t>Titelblad</a:t>
            </a:r>
            <a:endParaRPr dirty="0"/>
          </a:p>
        </p:txBody>
      </p:sp>
      <p:sp>
        <p:nvSpPr>
          <p:cNvPr id="990" name="Google Shape;990;p58"/>
          <p:cNvSpPr txBox="1">
            <a:spLocks noGrp="1"/>
          </p:cNvSpPr>
          <p:nvPr>
            <p:ph type="subTitle" idx="1"/>
          </p:nvPr>
        </p:nvSpPr>
        <p:spPr>
          <a:xfrm>
            <a:off x="1261364" y="1735463"/>
            <a:ext cx="1584886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ldrich" panose="020B0604020202020204" charset="0"/>
              </a:rPr>
              <a:t>Coach</a:t>
            </a:r>
            <a:endParaRPr dirty="0">
              <a:latin typeface="Aldrich" panose="020B0604020202020204" charset="0"/>
            </a:endParaRPr>
          </a:p>
        </p:txBody>
      </p:sp>
      <p:sp>
        <p:nvSpPr>
          <p:cNvPr id="3" name="Google Shape;990;p58">
            <a:extLst>
              <a:ext uri="{FF2B5EF4-FFF2-40B4-BE49-F238E27FC236}">
                <a16:creationId xmlns:a16="http://schemas.microsoft.com/office/drawing/2014/main" id="{53EA2984-8857-222F-1D3B-9A52601E5763}"/>
              </a:ext>
            </a:extLst>
          </p:cNvPr>
          <p:cNvSpPr txBox="1">
            <a:spLocks/>
          </p:cNvSpPr>
          <p:nvPr/>
        </p:nvSpPr>
        <p:spPr>
          <a:xfrm>
            <a:off x="6150844" y="1689777"/>
            <a:ext cx="1584886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dirty="0">
                <a:latin typeface="Aldrich" panose="020B0604020202020204" charset="0"/>
              </a:rPr>
              <a:t>Expert</a:t>
            </a:r>
          </a:p>
        </p:txBody>
      </p:sp>
      <p:sp>
        <p:nvSpPr>
          <p:cNvPr id="4" name="Google Shape;990;p58">
            <a:extLst>
              <a:ext uri="{FF2B5EF4-FFF2-40B4-BE49-F238E27FC236}">
                <a16:creationId xmlns:a16="http://schemas.microsoft.com/office/drawing/2014/main" id="{AFB1A644-DA09-0367-14DA-C76861B10441}"/>
              </a:ext>
            </a:extLst>
          </p:cNvPr>
          <p:cNvSpPr txBox="1">
            <a:spLocks/>
          </p:cNvSpPr>
          <p:nvPr/>
        </p:nvSpPr>
        <p:spPr>
          <a:xfrm>
            <a:off x="639160" y="2075960"/>
            <a:ext cx="2829295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dirty="0" err="1"/>
              <a:t>Yaman</a:t>
            </a:r>
            <a:r>
              <a:rPr lang="nl-NL" dirty="0"/>
              <a:t> </a:t>
            </a:r>
            <a:r>
              <a:rPr lang="nl-NL" dirty="0" err="1"/>
              <a:t>Haj</a:t>
            </a:r>
            <a:r>
              <a:rPr lang="nl-NL" dirty="0"/>
              <a:t> </a:t>
            </a:r>
            <a:r>
              <a:rPr lang="nl-NL" dirty="0" err="1"/>
              <a:t>Ahmad</a:t>
            </a:r>
            <a:endParaRPr lang="nl-NL" dirty="0"/>
          </a:p>
        </p:txBody>
      </p:sp>
      <p:sp>
        <p:nvSpPr>
          <p:cNvPr id="5" name="Google Shape;990;p58">
            <a:extLst>
              <a:ext uri="{FF2B5EF4-FFF2-40B4-BE49-F238E27FC236}">
                <a16:creationId xmlns:a16="http://schemas.microsoft.com/office/drawing/2014/main" id="{31315332-2234-E1FA-F2FA-668536D13614}"/>
              </a:ext>
            </a:extLst>
          </p:cNvPr>
          <p:cNvSpPr txBox="1">
            <a:spLocks/>
          </p:cNvSpPr>
          <p:nvPr/>
        </p:nvSpPr>
        <p:spPr>
          <a:xfrm>
            <a:off x="5528640" y="2030274"/>
            <a:ext cx="2829295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dirty="0"/>
              <a:t>Abdellah El Moussaoui</a:t>
            </a:r>
          </a:p>
        </p:txBody>
      </p:sp>
      <p:pic>
        <p:nvPicPr>
          <p:cNvPr id="7" name="Picture 6" descr="A close-up of a person's id card&#10;&#10;AI-generated content may be incorrect.">
            <a:extLst>
              <a:ext uri="{FF2B5EF4-FFF2-40B4-BE49-F238E27FC236}">
                <a16:creationId xmlns:a16="http://schemas.microsoft.com/office/drawing/2014/main" id="{127D4015-63DE-AAB3-A94A-FAF0CC4B9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412" y="2408063"/>
            <a:ext cx="2818523" cy="1812691"/>
          </a:xfrm>
          <a:prstGeom prst="rect">
            <a:avLst/>
          </a:prstGeom>
        </p:spPr>
      </p:pic>
      <p:sp>
        <p:nvSpPr>
          <p:cNvPr id="9" name="Google Shape;990;p58">
            <a:extLst>
              <a:ext uri="{FF2B5EF4-FFF2-40B4-BE49-F238E27FC236}">
                <a16:creationId xmlns:a16="http://schemas.microsoft.com/office/drawing/2014/main" id="{116459CC-06B6-EDC9-CA9A-C1FF792008C0}"/>
              </a:ext>
            </a:extLst>
          </p:cNvPr>
          <p:cNvSpPr txBox="1">
            <a:spLocks/>
          </p:cNvSpPr>
          <p:nvPr/>
        </p:nvSpPr>
        <p:spPr>
          <a:xfrm>
            <a:off x="3779557" y="1781149"/>
            <a:ext cx="1584886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dirty="0">
                <a:latin typeface="Aldrich" panose="020B0604020202020204" charset="0"/>
              </a:rPr>
              <a:t>Doelgroep</a:t>
            </a:r>
          </a:p>
        </p:txBody>
      </p:sp>
      <p:sp>
        <p:nvSpPr>
          <p:cNvPr id="10" name="Google Shape;990;p58">
            <a:extLst>
              <a:ext uri="{FF2B5EF4-FFF2-40B4-BE49-F238E27FC236}">
                <a16:creationId xmlns:a16="http://schemas.microsoft.com/office/drawing/2014/main" id="{F458BED9-147C-00E4-3A7F-1C278D7198FC}"/>
              </a:ext>
            </a:extLst>
          </p:cNvPr>
          <p:cNvSpPr txBox="1">
            <a:spLocks/>
          </p:cNvSpPr>
          <p:nvPr/>
        </p:nvSpPr>
        <p:spPr>
          <a:xfrm>
            <a:off x="3157352" y="2117449"/>
            <a:ext cx="2829295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dirty="0"/>
              <a:t>Medestudenten</a:t>
            </a:r>
          </a:p>
        </p:txBody>
      </p:sp>
      <p:sp>
        <p:nvSpPr>
          <p:cNvPr id="11" name="Google Shape;990;p58">
            <a:extLst>
              <a:ext uri="{FF2B5EF4-FFF2-40B4-BE49-F238E27FC236}">
                <a16:creationId xmlns:a16="http://schemas.microsoft.com/office/drawing/2014/main" id="{31D21E5E-0EAE-DD28-F729-AFE4FF40E9A7}"/>
              </a:ext>
            </a:extLst>
          </p:cNvPr>
          <p:cNvSpPr txBox="1">
            <a:spLocks/>
          </p:cNvSpPr>
          <p:nvPr/>
        </p:nvSpPr>
        <p:spPr>
          <a:xfrm>
            <a:off x="3779557" y="3019955"/>
            <a:ext cx="1584886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dirty="0">
                <a:latin typeface="Aldrich" panose="020B0604020202020204" charset="0"/>
              </a:rPr>
              <a:t>Pal Clip 2</a:t>
            </a:r>
          </a:p>
        </p:txBody>
      </p:sp>
      <p:sp>
        <p:nvSpPr>
          <p:cNvPr id="12" name="Google Shape;990;p58">
            <a:extLst>
              <a:ext uri="{FF2B5EF4-FFF2-40B4-BE49-F238E27FC236}">
                <a16:creationId xmlns:a16="http://schemas.microsoft.com/office/drawing/2014/main" id="{4B5E7E2B-F217-FD2F-2297-27886A70737A}"/>
              </a:ext>
            </a:extLst>
          </p:cNvPr>
          <p:cNvSpPr txBox="1">
            <a:spLocks/>
          </p:cNvSpPr>
          <p:nvPr/>
        </p:nvSpPr>
        <p:spPr>
          <a:xfrm>
            <a:off x="3157351" y="3377185"/>
            <a:ext cx="2829295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Didact Gothic"/>
              <a:buNone/>
              <a:defRPr sz="2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dirty="0"/>
              <a:t>05/2025</a:t>
            </a:r>
          </a:p>
        </p:txBody>
      </p:sp>
      <p:pic>
        <p:nvPicPr>
          <p:cNvPr id="6" name="Picture 5" descr="A close-up of a person's id card&#10;&#10;AI-generated content may be incorrect.">
            <a:extLst>
              <a:ext uri="{FF2B5EF4-FFF2-40B4-BE49-F238E27FC236}">
                <a16:creationId xmlns:a16="http://schemas.microsoft.com/office/drawing/2014/main" id="{7D29AA69-32AF-7449-F21D-22A0B3A50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64" y="2453749"/>
            <a:ext cx="2854393" cy="1767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989">
          <a:extLst>
            <a:ext uri="{FF2B5EF4-FFF2-40B4-BE49-F238E27FC236}">
              <a16:creationId xmlns:a16="http://schemas.microsoft.com/office/drawing/2014/main" id="{48A90021-4A75-1DEC-D9B7-5BFA4BE6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58">
            <a:extLst>
              <a:ext uri="{FF2B5EF4-FFF2-40B4-BE49-F238E27FC236}">
                <a16:creationId xmlns:a16="http://schemas.microsoft.com/office/drawing/2014/main" id="{46007440-A6DB-695E-22EB-383AC43F86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54050" y="2862700"/>
            <a:ext cx="4635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Abdellah El Moussaoui</a:t>
            </a:r>
            <a:endParaRPr dirty="0"/>
          </a:p>
        </p:txBody>
      </p:sp>
      <p:sp>
        <p:nvSpPr>
          <p:cNvPr id="991" name="Google Shape;991;p58">
            <a:extLst>
              <a:ext uri="{FF2B5EF4-FFF2-40B4-BE49-F238E27FC236}">
                <a16:creationId xmlns:a16="http://schemas.microsoft.com/office/drawing/2014/main" id="{0965BD4C-00F3-E2D3-6785-CA73BA142D5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19992" y="1379375"/>
            <a:ext cx="5504015" cy="137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TALEN EN AUTOMATEN</a:t>
            </a:r>
            <a:br>
              <a:rPr lang="en" dirty="0"/>
            </a:br>
            <a:r>
              <a:rPr lang="en" dirty="0"/>
              <a:t>PAL Clip 2</a:t>
            </a:r>
            <a:endParaRPr dirty="0"/>
          </a:p>
        </p:txBody>
      </p:sp>
      <p:grpSp>
        <p:nvGrpSpPr>
          <p:cNvPr id="992" name="Google Shape;992;p58">
            <a:extLst>
              <a:ext uri="{FF2B5EF4-FFF2-40B4-BE49-F238E27FC236}">
                <a16:creationId xmlns:a16="http://schemas.microsoft.com/office/drawing/2014/main" id="{296A3105-C539-FA9E-4F77-0C95D51D6A1D}"/>
              </a:ext>
            </a:extLst>
          </p:cNvPr>
          <p:cNvGrpSpPr/>
          <p:nvPr/>
        </p:nvGrpSpPr>
        <p:grpSpPr>
          <a:xfrm flipH="1">
            <a:off x="1783208" y="704857"/>
            <a:ext cx="864824" cy="693028"/>
            <a:chOff x="10049025" y="922900"/>
            <a:chExt cx="537625" cy="430800"/>
          </a:xfrm>
        </p:grpSpPr>
        <p:sp>
          <p:nvSpPr>
            <p:cNvPr id="993" name="Google Shape;993;p58">
              <a:extLst>
                <a:ext uri="{FF2B5EF4-FFF2-40B4-BE49-F238E27FC236}">
                  <a16:creationId xmlns:a16="http://schemas.microsoft.com/office/drawing/2014/main" id="{5BD3B10A-3356-DB82-25F3-9CD5D1CEC4F3}"/>
                </a:ext>
              </a:extLst>
            </p:cNvPr>
            <p:cNvSpPr/>
            <p:nvPr/>
          </p:nvSpPr>
          <p:spPr>
            <a:xfrm>
              <a:off x="10056525" y="930425"/>
              <a:ext cx="521975" cy="331475"/>
            </a:xfrm>
            <a:custGeom>
              <a:avLst/>
              <a:gdLst/>
              <a:ahLst/>
              <a:cxnLst/>
              <a:rect l="l" t="t" r="r" b="b"/>
              <a:pathLst>
                <a:path w="20879" h="13259" extrusionOk="0">
                  <a:moveTo>
                    <a:pt x="14412" y="0"/>
                  </a:moveTo>
                  <a:lnTo>
                    <a:pt x="1" y="226"/>
                  </a:lnTo>
                  <a:cubicBezTo>
                    <a:pt x="1254" y="2506"/>
                    <a:pt x="2407" y="4812"/>
                    <a:pt x="3334" y="7218"/>
                  </a:cubicBezTo>
                  <a:lnTo>
                    <a:pt x="12532" y="13258"/>
                  </a:lnTo>
                  <a:lnTo>
                    <a:pt x="20878" y="12757"/>
                  </a:lnTo>
                  <a:lnTo>
                    <a:pt x="144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58">
              <a:extLst>
                <a:ext uri="{FF2B5EF4-FFF2-40B4-BE49-F238E27FC236}">
                  <a16:creationId xmlns:a16="http://schemas.microsoft.com/office/drawing/2014/main" id="{016930E7-A553-C3B8-6826-B82D7FF58E1F}"/>
                </a:ext>
              </a:extLst>
            </p:cNvPr>
            <p:cNvSpPr/>
            <p:nvPr/>
          </p:nvSpPr>
          <p:spPr>
            <a:xfrm>
              <a:off x="10049025" y="922900"/>
              <a:ext cx="537625" cy="347150"/>
            </a:xfrm>
            <a:custGeom>
              <a:avLst/>
              <a:gdLst/>
              <a:ahLst/>
              <a:cxnLst/>
              <a:rect l="l" t="t" r="r" b="b"/>
              <a:pathLst>
                <a:path w="21505" h="13886" extrusionOk="0">
                  <a:moveTo>
                    <a:pt x="14574" y="527"/>
                  </a:moveTo>
                  <a:cubicBezTo>
                    <a:pt x="16433" y="4242"/>
                    <a:pt x="18292" y="7862"/>
                    <a:pt x="20151" y="11579"/>
                  </a:cubicBezTo>
                  <a:cubicBezTo>
                    <a:pt x="20376" y="11973"/>
                    <a:pt x="20614" y="12366"/>
                    <a:pt x="20804" y="12760"/>
                  </a:cubicBezTo>
                  <a:lnTo>
                    <a:pt x="20804" y="12760"/>
                  </a:lnTo>
                  <a:cubicBezTo>
                    <a:pt x="18222" y="12953"/>
                    <a:pt x="15639" y="13167"/>
                    <a:pt x="13033" y="13359"/>
                  </a:cubicBezTo>
                  <a:lnTo>
                    <a:pt x="12933" y="13359"/>
                  </a:lnTo>
                  <a:cubicBezTo>
                    <a:pt x="12832" y="13359"/>
                    <a:pt x="12732" y="13259"/>
                    <a:pt x="12732" y="13259"/>
                  </a:cubicBezTo>
                  <a:cubicBezTo>
                    <a:pt x="12206" y="12933"/>
                    <a:pt x="11780" y="12632"/>
                    <a:pt x="11379" y="12306"/>
                  </a:cubicBezTo>
                  <a:cubicBezTo>
                    <a:pt x="9800" y="11379"/>
                    <a:pt x="8346" y="10326"/>
                    <a:pt x="6892" y="9399"/>
                  </a:cubicBezTo>
                  <a:cubicBezTo>
                    <a:pt x="5891" y="8707"/>
                    <a:pt x="4889" y="8106"/>
                    <a:pt x="3909" y="7402"/>
                  </a:cubicBezTo>
                  <a:lnTo>
                    <a:pt x="3909" y="7402"/>
                  </a:lnTo>
                  <a:cubicBezTo>
                    <a:pt x="2933" y="5179"/>
                    <a:pt x="1872" y="2958"/>
                    <a:pt x="726" y="817"/>
                  </a:cubicBezTo>
                  <a:lnTo>
                    <a:pt x="726" y="817"/>
                  </a:lnTo>
                  <a:cubicBezTo>
                    <a:pt x="4768" y="720"/>
                    <a:pt x="8788" y="623"/>
                    <a:pt x="12832" y="527"/>
                  </a:cubicBezTo>
                  <a:close/>
                  <a:moveTo>
                    <a:pt x="14712" y="0"/>
                  </a:moveTo>
                  <a:cubicBezTo>
                    <a:pt x="10527" y="101"/>
                    <a:pt x="6366" y="201"/>
                    <a:pt x="2181" y="301"/>
                  </a:cubicBezTo>
                  <a:lnTo>
                    <a:pt x="301" y="301"/>
                  </a:lnTo>
                  <a:cubicBezTo>
                    <a:pt x="100" y="301"/>
                    <a:pt x="0" y="527"/>
                    <a:pt x="100" y="727"/>
                  </a:cubicBezTo>
                  <a:cubicBezTo>
                    <a:pt x="1343" y="2890"/>
                    <a:pt x="2364" y="5176"/>
                    <a:pt x="3408" y="7560"/>
                  </a:cubicBezTo>
                  <a:lnTo>
                    <a:pt x="3408" y="7560"/>
                  </a:lnTo>
                  <a:cubicBezTo>
                    <a:pt x="3411" y="7606"/>
                    <a:pt x="3428" y="7647"/>
                    <a:pt x="3462" y="7679"/>
                  </a:cubicBezTo>
                  <a:lnTo>
                    <a:pt x="3462" y="7679"/>
                  </a:lnTo>
                  <a:cubicBezTo>
                    <a:pt x="3505" y="7746"/>
                    <a:pt x="3576" y="7784"/>
                    <a:pt x="3651" y="7796"/>
                  </a:cubicBezTo>
                  <a:lnTo>
                    <a:pt x="3651" y="7796"/>
                  </a:lnTo>
                  <a:cubicBezTo>
                    <a:pt x="6015" y="9352"/>
                    <a:pt x="8285" y="10978"/>
                    <a:pt x="10652" y="12532"/>
                  </a:cubicBezTo>
                  <a:cubicBezTo>
                    <a:pt x="11153" y="12832"/>
                    <a:pt x="11679" y="13259"/>
                    <a:pt x="12206" y="13559"/>
                  </a:cubicBezTo>
                  <a:cubicBezTo>
                    <a:pt x="12406" y="13685"/>
                    <a:pt x="12632" y="13885"/>
                    <a:pt x="12832" y="13885"/>
                  </a:cubicBezTo>
                  <a:cubicBezTo>
                    <a:pt x="13258" y="13885"/>
                    <a:pt x="13785" y="13785"/>
                    <a:pt x="14286" y="13785"/>
                  </a:cubicBezTo>
                  <a:cubicBezTo>
                    <a:pt x="15138" y="13685"/>
                    <a:pt x="16065" y="13685"/>
                    <a:pt x="16918" y="13559"/>
                  </a:cubicBezTo>
                  <a:cubicBezTo>
                    <a:pt x="18371" y="13459"/>
                    <a:pt x="19725" y="13359"/>
                    <a:pt x="21178" y="13259"/>
                  </a:cubicBezTo>
                  <a:cubicBezTo>
                    <a:pt x="21404" y="13259"/>
                    <a:pt x="21504" y="13058"/>
                    <a:pt x="21404" y="12933"/>
                  </a:cubicBezTo>
                  <a:lnTo>
                    <a:pt x="15765" y="1654"/>
                  </a:lnTo>
                  <a:cubicBezTo>
                    <a:pt x="15439" y="1153"/>
                    <a:pt x="15138" y="627"/>
                    <a:pt x="14912" y="101"/>
                  </a:cubicBezTo>
                  <a:cubicBezTo>
                    <a:pt x="14812" y="101"/>
                    <a:pt x="14812" y="0"/>
                    <a:pt x="147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58">
              <a:extLst>
                <a:ext uri="{FF2B5EF4-FFF2-40B4-BE49-F238E27FC236}">
                  <a16:creationId xmlns:a16="http://schemas.microsoft.com/office/drawing/2014/main" id="{8FFF4FE5-8F5F-C161-BA7E-B274E80CA2C5}"/>
                </a:ext>
              </a:extLst>
            </p:cNvPr>
            <p:cNvSpPr/>
            <p:nvPr/>
          </p:nvSpPr>
          <p:spPr>
            <a:xfrm>
              <a:off x="10351650" y="961750"/>
              <a:ext cx="44500" cy="75825"/>
            </a:xfrm>
            <a:custGeom>
              <a:avLst/>
              <a:gdLst/>
              <a:ahLst/>
              <a:cxnLst/>
              <a:rect l="l" t="t" r="r" b="b"/>
              <a:pathLst>
                <a:path w="1780" h="3033" extrusionOk="0">
                  <a:moveTo>
                    <a:pt x="1780" y="0"/>
                  </a:moveTo>
                  <a:lnTo>
                    <a:pt x="1780" y="0"/>
                  </a:lnTo>
                  <a:cubicBezTo>
                    <a:pt x="1153" y="953"/>
                    <a:pt x="527" y="1980"/>
                    <a:pt x="0" y="3033"/>
                  </a:cubicBezTo>
                  <a:lnTo>
                    <a:pt x="1780" y="0"/>
                  </a:ln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58">
              <a:extLst>
                <a:ext uri="{FF2B5EF4-FFF2-40B4-BE49-F238E27FC236}">
                  <a16:creationId xmlns:a16="http://schemas.microsoft.com/office/drawing/2014/main" id="{4275C528-2C10-B84D-3B1D-5DC6E102B1A5}"/>
                </a:ext>
              </a:extLst>
            </p:cNvPr>
            <p:cNvSpPr/>
            <p:nvPr/>
          </p:nvSpPr>
          <p:spPr>
            <a:xfrm>
              <a:off x="10344450" y="955525"/>
              <a:ext cx="60000" cy="88025"/>
            </a:xfrm>
            <a:custGeom>
              <a:avLst/>
              <a:gdLst/>
              <a:ahLst/>
              <a:cxnLst/>
              <a:rect l="l" t="t" r="r" b="b"/>
              <a:pathLst>
                <a:path w="2400" h="3521" extrusionOk="0">
                  <a:moveTo>
                    <a:pt x="2109" y="0"/>
                  </a:moveTo>
                  <a:cubicBezTo>
                    <a:pt x="2021" y="0"/>
                    <a:pt x="1921" y="44"/>
                    <a:pt x="1842" y="149"/>
                  </a:cubicBezTo>
                  <a:cubicBezTo>
                    <a:pt x="1216" y="1101"/>
                    <a:pt x="589" y="2129"/>
                    <a:pt x="88" y="3182"/>
                  </a:cubicBezTo>
                  <a:cubicBezTo>
                    <a:pt x="1" y="3321"/>
                    <a:pt x="180" y="3520"/>
                    <a:pt x="331" y="3520"/>
                  </a:cubicBezTo>
                  <a:cubicBezTo>
                    <a:pt x="397" y="3520"/>
                    <a:pt x="458" y="3482"/>
                    <a:pt x="489" y="3382"/>
                  </a:cubicBezTo>
                  <a:cubicBezTo>
                    <a:pt x="1116" y="2354"/>
                    <a:pt x="1642" y="1302"/>
                    <a:pt x="2268" y="349"/>
                  </a:cubicBezTo>
                  <a:cubicBezTo>
                    <a:pt x="2399" y="154"/>
                    <a:pt x="2274" y="0"/>
                    <a:pt x="21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58">
              <a:extLst>
                <a:ext uri="{FF2B5EF4-FFF2-40B4-BE49-F238E27FC236}">
                  <a16:creationId xmlns:a16="http://schemas.microsoft.com/office/drawing/2014/main" id="{DCB8DF39-FCCC-743E-5D58-66619868F164}"/>
                </a:ext>
              </a:extLst>
            </p:cNvPr>
            <p:cNvSpPr/>
            <p:nvPr/>
          </p:nvSpPr>
          <p:spPr>
            <a:xfrm>
              <a:off x="10098525" y="969875"/>
              <a:ext cx="31350" cy="33875"/>
            </a:xfrm>
            <a:custGeom>
              <a:avLst/>
              <a:gdLst/>
              <a:ahLst/>
              <a:cxnLst/>
              <a:rect l="l" t="t" r="r" b="b"/>
              <a:pathLst>
                <a:path w="1254" h="1355" extrusionOk="0">
                  <a:moveTo>
                    <a:pt x="0" y="1"/>
                  </a:moveTo>
                  <a:lnTo>
                    <a:pt x="0" y="1"/>
                  </a:lnTo>
                  <a:cubicBezTo>
                    <a:pt x="401" y="527"/>
                    <a:pt x="827" y="928"/>
                    <a:pt x="1253" y="135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58">
              <a:extLst>
                <a:ext uri="{FF2B5EF4-FFF2-40B4-BE49-F238E27FC236}">
                  <a16:creationId xmlns:a16="http://schemas.microsoft.com/office/drawing/2014/main" id="{E516C386-7E20-D058-AF13-FE1DA7667187}"/>
                </a:ext>
              </a:extLst>
            </p:cNvPr>
            <p:cNvSpPr/>
            <p:nvPr/>
          </p:nvSpPr>
          <p:spPr>
            <a:xfrm>
              <a:off x="10090375" y="965025"/>
              <a:ext cx="44500" cy="45625"/>
            </a:xfrm>
            <a:custGeom>
              <a:avLst/>
              <a:gdLst/>
              <a:ahLst/>
              <a:cxnLst/>
              <a:rect l="l" t="t" r="r" b="b"/>
              <a:pathLst>
                <a:path w="1780" h="1825" extrusionOk="0">
                  <a:moveTo>
                    <a:pt x="323" y="1"/>
                  </a:moveTo>
                  <a:cubicBezTo>
                    <a:pt x="245" y="1"/>
                    <a:pt x="163" y="32"/>
                    <a:pt x="101" y="95"/>
                  </a:cubicBezTo>
                  <a:cubicBezTo>
                    <a:pt x="0" y="195"/>
                    <a:pt x="0" y="295"/>
                    <a:pt x="101" y="396"/>
                  </a:cubicBezTo>
                  <a:cubicBezTo>
                    <a:pt x="527" y="822"/>
                    <a:pt x="953" y="1348"/>
                    <a:pt x="1354" y="1749"/>
                  </a:cubicBezTo>
                  <a:cubicBezTo>
                    <a:pt x="1416" y="1799"/>
                    <a:pt x="1498" y="1824"/>
                    <a:pt x="1576" y="1824"/>
                  </a:cubicBezTo>
                  <a:cubicBezTo>
                    <a:pt x="1654" y="1824"/>
                    <a:pt x="1730" y="1799"/>
                    <a:pt x="1780" y="1749"/>
                  </a:cubicBezTo>
                  <a:lnTo>
                    <a:pt x="1780" y="1348"/>
                  </a:lnTo>
                  <a:lnTo>
                    <a:pt x="527" y="95"/>
                  </a:lnTo>
                  <a:cubicBezTo>
                    <a:pt x="476" y="32"/>
                    <a:pt x="401" y="1"/>
                    <a:pt x="3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58">
              <a:extLst>
                <a:ext uri="{FF2B5EF4-FFF2-40B4-BE49-F238E27FC236}">
                  <a16:creationId xmlns:a16="http://schemas.microsoft.com/office/drawing/2014/main" id="{2695E7A8-0D7E-8D85-5C40-CD389D5385EE}"/>
                </a:ext>
              </a:extLst>
            </p:cNvPr>
            <p:cNvSpPr/>
            <p:nvPr/>
          </p:nvSpPr>
          <p:spPr>
            <a:xfrm>
              <a:off x="10479475" y="1207350"/>
              <a:ext cx="57675" cy="15700"/>
            </a:xfrm>
            <a:custGeom>
              <a:avLst/>
              <a:gdLst/>
              <a:ahLst/>
              <a:cxnLst/>
              <a:rect l="l" t="t" r="r" b="b"/>
              <a:pathLst>
                <a:path w="2307" h="628" extrusionOk="0">
                  <a:moveTo>
                    <a:pt x="0" y="1"/>
                  </a:moveTo>
                  <a:lnTo>
                    <a:pt x="2306" y="627"/>
                  </a:lnTo>
                  <a:cubicBezTo>
                    <a:pt x="1579" y="427"/>
                    <a:pt x="827" y="201"/>
                    <a:pt x="0" y="1"/>
                  </a:cubicBez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58">
              <a:extLst>
                <a:ext uri="{FF2B5EF4-FFF2-40B4-BE49-F238E27FC236}">
                  <a16:creationId xmlns:a16="http://schemas.microsoft.com/office/drawing/2014/main" id="{95071F9B-5EE1-C227-4DD4-A86BC6C7B2EB}"/>
                </a:ext>
              </a:extLst>
            </p:cNvPr>
            <p:cNvSpPr/>
            <p:nvPr/>
          </p:nvSpPr>
          <p:spPr>
            <a:xfrm>
              <a:off x="10474450" y="1201025"/>
              <a:ext cx="67700" cy="28075"/>
            </a:xfrm>
            <a:custGeom>
              <a:avLst/>
              <a:gdLst/>
              <a:ahLst/>
              <a:cxnLst/>
              <a:rect l="l" t="t" r="r" b="b"/>
              <a:pathLst>
                <a:path w="2708" h="1123" extrusionOk="0">
                  <a:moveTo>
                    <a:pt x="193" y="1"/>
                  </a:moveTo>
                  <a:cubicBezTo>
                    <a:pt x="99" y="1"/>
                    <a:pt x="1" y="83"/>
                    <a:pt x="1" y="154"/>
                  </a:cubicBezTo>
                  <a:cubicBezTo>
                    <a:pt x="1" y="354"/>
                    <a:pt x="1" y="454"/>
                    <a:pt x="201" y="555"/>
                  </a:cubicBezTo>
                  <a:cubicBezTo>
                    <a:pt x="928" y="680"/>
                    <a:pt x="1655" y="880"/>
                    <a:pt x="2407" y="1081"/>
                  </a:cubicBezTo>
                  <a:cubicBezTo>
                    <a:pt x="2436" y="1110"/>
                    <a:pt x="2474" y="1122"/>
                    <a:pt x="2513" y="1122"/>
                  </a:cubicBezTo>
                  <a:cubicBezTo>
                    <a:pt x="2607" y="1122"/>
                    <a:pt x="2708" y="1052"/>
                    <a:pt x="2708" y="981"/>
                  </a:cubicBezTo>
                  <a:cubicBezTo>
                    <a:pt x="2708" y="780"/>
                    <a:pt x="2708" y="680"/>
                    <a:pt x="2507" y="555"/>
                  </a:cubicBezTo>
                  <a:cubicBezTo>
                    <a:pt x="1780" y="354"/>
                    <a:pt x="1028" y="154"/>
                    <a:pt x="302" y="53"/>
                  </a:cubicBezTo>
                  <a:cubicBezTo>
                    <a:pt x="272" y="16"/>
                    <a:pt x="233" y="1"/>
                    <a:pt x="1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58">
              <a:extLst>
                <a:ext uri="{FF2B5EF4-FFF2-40B4-BE49-F238E27FC236}">
                  <a16:creationId xmlns:a16="http://schemas.microsoft.com/office/drawing/2014/main" id="{7F7F5534-B932-FC53-969C-A54664DFC2D5}"/>
                </a:ext>
              </a:extLst>
            </p:cNvPr>
            <p:cNvSpPr/>
            <p:nvPr/>
          </p:nvSpPr>
          <p:spPr>
            <a:xfrm>
              <a:off x="10074700" y="1008725"/>
              <a:ext cx="384125" cy="339625"/>
            </a:xfrm>
            <a:custGeom>
              <a:avLst/>
              <a:gdLst/>
              <a:ahLst/>
              <a:cxnLst/>
              <a:rect l="l" t="t" r="r" b="b"/>
              <a:pathLst>
                <a:path w="15365" h="13585" extrusionOk="0">
                  <a:moveTo>
                    <a:pt x="3359" y="1"/>
                  </a:moveTo>
                  <a:cubicBezTo>
                    <a:pt x="1981" y="2206"/>
                    <a:pt x="853" y="4487"/>
                    <a:pt x="1" y="6793"/>
                  </a:cubicBezTo>
                  <a:cubicBezTo>
                    <a:pt x="1" y="6793"/>
                    <a:pt x="1154" y="8998"/>
                    <a:pt x="4286" y="11079"/>
                  </a:cubicBezTo>
                  <a:cubicBezTo>
                    <a:pt x="7319" y="13159"/>
                    <a:pt x="10026" y="13585"/>
                    <a:pt x="10026" y="13585"/>
                  </a:cubicBezTo>
                  <a:cubicBezTo>
                    <a:pt x="12006" y="11906"/>
                    <a:pt x="14111" y="9725"/>
                    <a:pt x="15364" y="7520"/>
                  </a:cubicBezTo>
                  <a:cubicBezTo>
                    <a:pt x="15364" y="7520"/>
                    <a:pt x="13585" y="3986"/>
                    <a:pt x="10251" y="1981"/>
                  </a:cubicBezTo>
                  <a:cubicBezTo>
                    <a:pt x="6893" y="101"/>
                    <a:pt x="3359" y="1"/>
                    <a:pt x="3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58">
              <a:extLst>
                <a:ext uri="{FF2B5EF4-FFF2-40B4-BE49-F238E27FC236}">
                  <a16:creationId xmlns:a16="http://schemas.microsoft.com/office/drawing/2014/main" id="{28A178A3-DB9F-52E5-132A-59E5FF20DC4B}"/>
                </a:ext>
              </a:extLst>
            </p:cNvPr>
            <p:cNvSpPr/>
            <p:nvPr/>
          </p:nvSpPr>
          <p:spPr>
            <a:xfrm>
              <a:off x="10067175" y="1002600"/>
              <a:ext cx="399150" cy="351100"/>
            </a:xfrm>
            <a:custGeom>
              <a:avLst/>
              <a:gdLst/>
              <a:ahLst/>
              <a:cxnLst/>
              <a:rect l="l" t="t" r="r" b="b"/>
              <a:pathLst>
                <a:path w="15966" h="14044" extrusionOk="0">
                  <a:moveTo>
                    <a:pt x="3795" y="575"/>
                  </a:moveTo>
                  <a:cubicBezTo>
                    <a:pt x="8594" y="722"/>
                    <a:pt x="13202" y="3473"/>
                    <a:pt x="15385" y="7757"/>
                  </a:cubicBezTo>
                  <a:lnTo>
                    <a:pt x="15385" y="7757"/>
                  </a:lnTo>
                  <a:cubicBezTo>
                    <a:pt x="14070" y="9966"/>
                    <a:pt x="12272" y="11875"/>
                    <a:pt x="10281" y="13504"/>
                  </a:cubicBezTo>
                  <a:lnTo>
                    <a:pt x="10227" y="13504"/>
                  </a:lnTo>
                  <a:cubicBezTo>
                    <a:pt x="10126" y="13504"/>
                    <a:pt x="10026" y="13404"/>
                    <a:pt x="9801" y="13404"/>
                  </a:cubicBezTo>
                  <a:cubicBezTo>
                    <a:pt x="9400" y="13304"/>
                    <a:pt x="8973" y="13203"/>
                    <a:pt x="8447" y="13003"/>
                  </a:cubicBezTo>
                  <a:cubicBezTo>
                    <a:pt x="6993" y="12477"/>
                    <a:pt x="5540" y="11750"/>
                    <a:pt x="4161" y="10697"/>
                  </a:cubicBezTo>
                  <a:cubicBezTo>
                    <a:pt x="3034" y="9870"/>
                    <a:pt x="1981" y="8918"/>
                    <a:pt x="1154" y="7865"/>
                  </a:cubicBezTo>
                  <a:cubicBezTo>
                    <a:pt x="928" y="7564"/>
                    <a:pt x="728" y="7364"/>
                    <a:pt x="628" y="7038"/>
                  </a:cubicBezTo>
                  <a:cubicBezTo>
                    <a:pt x="543" y="7038"/>
                    <a:pt x="530" y="6967"/>
                    <a:pt x="528" y="6944"/>
                  </a:cubicBezTo>
                  <a:lnTo>
                    <a:pt x="528" y="6944"/>
                  </a:lnTo>
                  <a:cubicBezTo>
                    <a:pt x="528" y="6950"/>
                    <a:pt x="530" y="6953"/>
                    <a:pt x="533" y="6953"/>
                  </a:cubicBezTo>
                  <a:cubicBezTo>
                    <a:pt x="567" y="6953"/>
                    <a:pt x="728" y="6612"/>
                    <a:pt x="728" y="6612"/>
                  </a:cubicBezTo>
                  <a:cubicBezTo>
                    <a:pt x="828" y="6311"/>
                    <a:pt x="928" y="5985"/>
                    <a:pt x="1029" y="5785"/>
                  </a:cubicBezTo>
                  <a:cubicBezTo>
                    <a:pt x="1863" y="3944"/>
                    <a:pt x="2769" y="2200"/>
                    <a:pt x="3795" y="575"/>
                  </a:cubicBezTo>
                  <a:close/>
                  <a:moveTo>
                    <a:pt x="3780" y="1"/>
                  </a:moveTo>
                  <a:cubicBezTo>
                    <a:pt x="3694" y="1"/>
                    <a:pt x="3610" y="12"/>
                    <a:pt x="3535" y="45"/>
                  </a:cubicBezTo>
                  <a:cubicBezTo>
                    <a:pt x="3234" y="146"/>
                    <a:pt x="3134" y="672"/>
                    <a:pt x="2908" y="872"/>
                  </a:cubicBezTo>
                  <a:cubicBezTo>
                    <a:pt x="2708" y="1399"/>
                    <a:pt x="2407" y="1825"/>
                    <a:pt x="2181" y="2351"/>
                  </a:cubicBezTo>
                  <a:cubicBezTo>
                    <a:pt x="1655" y="3278"/>
                    <a:pt x="1154" y="4331"/>
                    <a:pt x="728" y="5359"/>
                  </a:cubicBezTo>
                  <a:cubicBezTo>
                    <a:pt x="527" y="5785"/>
                    <a:pt x="302" y="6211"/>
                    <a:pt x="201" y="6612"/>
                  </a:cubicBezTo>
                  <a:cubicBezTo>
                    <a:pt x="101" y="6837"/>
                    <a:pt x="1" y="7038"/>
                    <a:pt x="101" y="7238"/>
                  </a:cubicBezTo>
                  <a:cubicBezTo>
                    <a:pt x="201" y="7464"/>
                    <a:pt x="402" y="7765"/>
                    <a:pt x="628" y="7990"/>
                  </a:cubicBezTo>
                  <a:cubicBezTo>
                    <a:pt x="1029" y="8492"/>
                    <a:pt x="1455" y="9018"/>
                    <a:pt x="1881" y="9444"/>
                  </a:cubicBezTo>
                  <a:cubicBezTo>
                    <a:pt x="3435" y="10998"/>
                    <a:pt x="5314" y="12251"/>
                    <a:pt x="7294" y="13103"/>
                  </a:cubicBezTo>
                  <a:cubicBezTo>
                    <a:pt x="8247" y="13504"/>
                    <a:pt x="9299" y="13930"/>
                    <a:pt x="10327" y="14030"/>
                  </a:cubicBezTo>
                  <a:cubicBezTo>
                    <a:pt x="10356" y="14039"/>
                    <a:pt x="10383" y="14044"/>
                    <a:pt x="10407" y="14044"/>
                  </a:cubicBezTo>
                  <a:cubicBezTo>
                    <a:pt x="10491" y="14044"/>
                    <a:pt x="10542" y="13993"/>
                    <a:pt x="10562" y="13922"/>
                  </a:cubicBezTo>
                  <a:lnTo>
                    <a:pt x="10562" y="13922"/>
                  </a:lnTo>
                  <a:cubicBezTo>
                    <a:pt x="12112" y="12671"/>
                    <a:pt x="13562" y="11220"/>
                    <a:pt x="14713" y="9644"/>
                  </a:cubicBezTo>
                  <a:cubicBezTo>
                    <a:pt x="15039" y="9243"/>
                    <a:pt x="15339" y="8817"/>
                    <a:pt x="15565" y="8391"/>
                  </a:cubicBezTo>
                  <a:cubicBezTo>
                    <a:pt x="15765" y="8191"/>
                    <a:pt x="15966" y="7865"/>
                    <a:pt x="15866" y="7664"/>
                  </a:cubicBezTo>
                  <a:cubicBezTo>
                    <a:pt x="15866" y="7464"/>
                    <a:pt x="15665" y="7238"/>
                    <a:pt x="15565" y="7038"/>
                  </a:cubicBezTo>
                  <a:cubicBezTo>
                    <a:pt x="13986" y="4431"/>
                    <a:pt x="11680" y="2351"/>
                    <a:pt x="8873" y="1198"/>
                  </a:cubicBezTo>
                  <a:cubicBezTo>
                    <a:pt x="7420" y="572"/>
                    <a:pt x="5841" y="246"/>
                    <a:pt x="4287" y="45"/>
                  </a:cubicBezTo>
                  <a:cubicBezTo>
                    <a:pt x="4136" y="45"/>
                    <a:pt x="3953" y="1"/>
                    <a:pt x="37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58">
              <a:extLst>
                <a:ext uri="{FF2B5EF4-FFF2-40B4-BE49-F238E27FC236}">
                  <a16:creationId xmlns:a16="http://schemas.microsoft.com/office/drawing/2014/main" id="{539E16D3-7BBF-019F-D6D8-F595DCE86C76}"/>
                </a:ext>
              </a:extLst>
            </p:cNvPr>
            <p:cNvSpPr/>
            <p:nvPr/>
          </p:nvSpPr>
          <p:spPr>
            <a:xfrm>
              <a:off x="10111675" y="1019375"/>
              <a:ext cx="94000" cy="198650"/>
            </a:xfrm>
            <a:custGeom>
              <a:avLst/>
              <a:gdLst/>
              <a:ahLst/>
              <a:cxnLst/>
              <a:rect l="l" t="t" r="r" b="b"/>
              <a:pathLst>
                <a:path w="3760" h="7946" extrusionOk="0">
                  <a:moveTo>
                    <a:pt x="3760" y="1"/>
                  </a:moveTo>
                  <a:lnTo>
                    <a:pt x="3760" y="1"/>
                  </a:lnTo>
                  <a:cubicBezTo>
                    <a:pt x="2507" y="2607"/>
                    <a:pt x="1128" y="5214"/>
                    <a:pt x="0" y="7946"/>
                  </a:cubicBezTo>
                  <a:lnTo>
                    <a:pt x="3760" y="1"/>
                  </a:ln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58">
              <a:extLst>
                <a:ext uri="{FF2B5EF4-FFF2-40B4-BE49-F238E27FC236}">
                  <a16:creationId xmlns:a16="http://schemas.microsoft.com/office/drawing/2014/main" id="{41CA55BD-D770-58DC-9DCE-25F7BC60F152}"/>
                </a:ext>
              </a:extLst>
            </p:cNvPr>
            <p:cNvSpPr/>
            <p:nvPr/>
          </p:nvSpPr>
          <p:spPr>
            <a:xfrm>
              <a:off x="10101750" y="1013500"/>
              <a:ext cx="113225" cy="210150"/>
            </a:xfrm>
            <a:custGeom>
              <a:avLst/>
              <a:gdLst/>
              <a:ahLst/>
              <a:cxnLst/>
              <a:rect l="l" t="t" r="r" b="b"/>
              <a:pathLst>
                <a:path w="4529" h="8406" extrusionOk="0">
                  <a:moveTo>
                    <a:pt x="4160" y="0"/>
                  </a:moveTo>
                  <a:cubicBezTo>
                    <a:pt x="4080" y="0"/>
                    <a:pt x="3998" y="40"/>
                    <a:pt x="3931" y="136"/>
                  </a:cubicBezTo>
                  <a:cubicBezTo>
                    <a:pt x="2678" y="2742"/>
                    <a:pt x="1325" y="5349"/>
                    <a:pt x="72" y="7955"/>
                  </a:cubicBezTo>
                  <a:cubicBezTo>
                    <a:pt x="0" y="8186"/>
                    <a:pt x="194" y="8405"/>
                    <a:pt x="385" y="8405"/>
                  </a:cubicBezTo>
                  <a:cubicBezTo>
                    <a:pt x="462" y="8405"/>
                    <a:pt x="540" y="8368"/>
                    <a:pt x="598" y="8281"/>
                  </a:cubicBezTo>
                  <a:cubicBezTo>
                    <a:pt x="1851" y="5675"/>
                    <a:pt x="3104" y="3043"/>
                    <a:pt x="4458" y="436"/>
                  </a:cubicBezTo>
                  <a:cubicBezTo>
                    <a:pt x="4528" y="225"/>
                    <a:pt x="4350" y="0"/>
                    <a:pt x="41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8">
              <a:extLst>
                <a:ext uri="{FF2B5EF4-FFF2-40B4-BE49-F238E27FC236}">
                  <a16:creationId xmlns:a16="http://schemas.microsoft.com/office/drawing/2014/main" id="{0196061D-2E22-5389-6799-30051A1609A6}"/>
                </a:ext>
              </a:extLst>
            </p:cNvPr>
            <p:cNvSpPr/>
            <p:nvPr/>
          </p:nvSpPr>
          <p:spPr>
            <a:xfrm>
              <a:off x="10139875" y="1035050"/>
              <a:ext cx="120325" cy="219325"/>
            </a:xfrm>
            <a:custGeom>
              <a:avLst/>
              <a:gdLst/>
              <a:ahLst/>
              <a:cxnLst/>
              <a:rect l="l" t="t" r="r" b="b"/>
              <a:pathLst>
                <a:path w="4813" h="8773" extrusionOk="0">
                  <a:moveTo>
                    <a:pt x="4812" y="1"/>
                  </a:moveTo>
                  <a:lnTo>
                    <a:pt x="1692" y="5688"/>
                  </a:lnTo>
                  <a:lnTo>
                    <a:pt x="1692" y="5688"/>
                  </a:lnTo>
                  <a:cubicBezTo>
                    <a:pt x="2744" y="3794"/>
                    <a:pt x="3805" y="1902"/>
                    <a:pt x="4812" y="1"/>
                  </a:cubicBezTo>
                  <a:close/>
                  <a:moveTo>
                    <a:pt x="1692" y="5688"/>
                  </a:moveTo>
                  <a:cubicBezTo>
                    <a:pt x="1122" y="6714"/>
                    <a:pt x="555" y="7742"/>
                    <a:pt x="0" y="8773"/>
                  </a:cubicBezTo>
                  <a:lnTo>
                    <a:pt x="1692" y="5688"/>
                  </a:ln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58">
              <a:extLst>
                <a:ext uri="{FF2B5EF4-FFF2-40B4-BE49-F238E27FC236}">
                  <a16:creationId xmlns:a16="http://schemas.microsoft.com/office/drawing/2014/main" id="{51886CF7-985E-0601-EA4C-5A1A09FFE844}"/>
                </a:ext>
              </a:extLst>
            </p:cNvPr>
            <p:cNvSpPr/>
            <p:nvPr/>
          </p:nvSpPr>
          <p:spPr>
            <a:xfrm>
              <a:off x="10131375" y="1029075"/>
              <a:ext cx="137750" cy="231275"/>
            </a:xfrm>
            <a:custGeom>
              <a:avLst/>
              <a:gdLst/>
              <a:ahLst/>
              <a:cxnLst/>
              <a:rect l="l" t="t" r="r" b="b"/>
              <a:pathLst>
                <a:path w="5510" h="9251" extrusionOk="0">
                  <a:moveTo>
                    <a:pt x="5130" y="1"/>
                  </a:moveTo>
                  <a:cubicBezTo>
                    <a:pt x="5053" y="1"/>
                    <a:pt x="4982" y="40"/>
                    <a:pt x="4952" y="139"/>
                  </a:cubicBezTo>
                  <a:cubicBezTo>
                    <a:pt x="3273" y="3047"/>
                    <a:pt x="1719" y="5979"/>
                    <a:pt x="140" y="8911"/>
                  </a:cubicBezTo>
                  <a:cubicBezTo>
                    <a:pt x="1" y="9050"/>
                    <a:pt x="212" y="9250"/>
                    <a:pt x="387" y="9250"/>
                  </a:cubicBezTo>
                  <a:cubicBezTo>
                    <a:pt x="465" y="9250"/>
                    <a:pt x="535" y="9211"/>
                    <a:pt x="566" y="9112"/>
                  </a:cubicBezTo>
                  <a:cubicBezTo>
                    <a:pt x="2120" y="6179"/>
                    <a:pt x="3799" y="3272"/>
                    <a:pt x="5353" y="340"/>
                  </a:cubicBezTo>
                  <a:cubicBezTo>
                    <a:pt x="5509" y="201"/>
                    <a:pt x="5304" y="1"/>
                    <a:pt x="51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58">
              <a:extLst>
                <a:ext uri="{FF2B5EF4-FFF2-40B4-BE49-F238E27FC236}">
                  <a16:creationId xmlns:a16="http://schemas.microsoft.com/office/drawing/2014/main" id="{8D793936-98C4-D78A-A16E-037E521730EA}"/>
                </a:ext>
              </a:extLst>
            </p:cNvPr>
            <p:cNvSpPr/>
            <p:nvPr/>
          </p:nvSpPr>
          <p:spPr>
            <a:xfrm>
              <a:off x="10176825" y="1053225"/>
              <a:ext cx="132875" cy="224325"/>
            </a:xfrm>
            <a:custGeom>
              <a:avLst/>
              <a:gdLst/>
              <a:ahLst/>
              <a:cxnLst/>
              <a:rect l="l" t="t" r="r" b="b"/>
              <a:pathLst>
                <a:path w="5315" h="8973" extrusionOk="0">
                  <a:moveTo>
                    <a:pt x="5314" y="0"/>
                  </a:moveTo>
                  <a:lnTo>
                    <a:pt x="5314" y="0"/>
                  </a:lnTo>
                  <a:cubicBezTo>
                    <a:pt x="3334" y="2933"/>
                    <a:pt x="1555" y="5965"/>
                    <a:pt x="1" y="8973"/>
                  </a:cubicBezTo>
                  <a:lnTo>
                    <a:pt x="5314" y="0"/>
                  </a:ln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58">
              <a:extLst>
                <a:ext uri="{FF2B5EF4-FFF2-40B4-BE49-F238E27FC236}">
                  <a16:creationId xmlns:a16="http://schemas.microsoft.com/office/drawing/2014/main" id="{E7C32558-A728-2BAF-889A-9C507766032A}"/>
                </a:ext>
              </a:extLst>
            </p:cNvPr>
            <p:cNvSpPr/>
            <p:nvPr/>
          </p:nvSpPr>
          <p:spPr>
            <a:xfrm>
              <a:off x="10166900" y="1045925"/>
              <a:ext cx="152025" cy="240375"/>
            </a:xfrm>
            <a:custGeom>
              <a:avLst/>
              <a:gdLst/>
              <a:ahLst/>
              <a:cxnLst/>
              <a:rect l="l" t="t" r="r" b="b"/>
              <a:pathLst>
                <a:path w="6081" h="9615" extrusionOk="0">
                  <a:moveTo>
                    <a:pt x="5672" y="0"/>
                  </a:moveTo>
                  <a:cubicBezTo>
                    <a:pt x="5602" y="0"/>
                    <a:pt x="5539" y="28"/>
                    <a:pt x="5511" y="92"/>
                  </a:cubicBezTo>
                  <a:cubicBezTo>
                    <a:pt x="3531" y="3124"/>
                    <a:pt x="1751" y="6032"/>
                    <a:pt x="72" y="9165"/>
                  </a:cubicBezTo>
                  <a:cubicBezTo>
                    <a:pt x="1" y="9396"/>
                    <a:pt x="195" y="9614"/>
                    <a:pt x="385" y="9614"/>
                  </a:cubicBezTo>
                  <a:cubicBezTo>
                    <a:pt x="463" y="9614"/>
                    <a:pt x="540" y="9578"/>
                    <a:pt x="598" y="9490"/>
                  </a:cubicBezTo>
                  <a:cubicBezTo>
                    <a:pt x="2177" y="6358"/>
                    <a:pt x="3932" y="3325"/>
                    <a:pt x="5937" y="393"/>
                  </a:cubicBezTo>
                  <a:cubicBezTo>
                    <a:pt x="6080" y="177"/>
                    <a:pt x="5851" y="0"/>
                    <a:pt x="56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58">
              <a:extLst>
                <a:ext uri="{FF2B5EF4-FFF2-40B4-BE49-F238E27FC236}">
                  <a16:creationId xmlns:a16="http://schemas.microsoft.com/office/drawing/2014/main" id="{325BAFF5-EB18-CAC5-A432-B38453743B97}"/>
                </a:ext>
              </a:extLst>
            </p:cNvPr>
            <p:cNvSpPr/>
            <p:nvPr/>
          </p:nvSpPr>
          <p:spPr>
            <a:xfrm>
              <a:off x="10208175" y="1082050"/>
              <a:ext cx="138475" cy="216800"/>
            </a:xfrm>
            <a:custGeom>
              <a:avLst/>
              <a:gdLst/>
              <a:ahLst/>
              <a:cxnLst/>
              <a:rect l="l" t="t" r="r" b="b"/>
              <a:pathLst>
                <a:path w="5539" h="8672" extrusionOk="0">
                  <a:moveTo>
                    <a:pt x="5539" y="0"/>
                  </a:moveTo>
                  <a:lnTo>
                    <a:pt x="0" y="8672"/>
                  </a:lnTo>
                  <a:cubicBezTo>
                    <a:pt x="1980" y="5840"/>
                    <a:pt x="3760" y="2933"/>
                    <a:pt x="5539" y="0"/>
                  </a:cubicBez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58">
              <a:extLst>
                <a:ext uri="{FF2B5EF4-FFF2-40B4-BE49-F238E27FC236}">
                  <a16:creationId xmlns:a16="http://schemas.microsoft.com/office/drawing/2014/main" id="{0A86947F-58DC-832F-2870-8831554FEDBA}"/>
                </a:ext>
              </a:extLst>
            </p:cNvPr>
            <p:cNvSpPr/>
            <p:nvPr/>
          </p:nvSpPr>
          <p:spPr>
            <a:xfrm>
              <a:off x="10199025" y="1074750"/>
              <a:ext cx="154450" cy="229800"/>
            </a:xfrm>
            <a:custGeom>
              <a:avLst/>
              <a:gdLst/>
              <a:ahLst/>
              <a:cxnLst/>
              <a:rect l="l" t="t" r="r" b="b"/>
              <a:pathLst>
                <a:path w="6178" h="9192" extrusionOk="0">
                  <a:moveTo>
                    <a:pt x="5787" y="0"/>
                  </a:moveTo>
                  <a:cubicBezTo>
                    <a:pt x="5711" y="0"/>
                    <a:pt x="5636" y="28"/>
                    <a:pt x="5579" y="92"/>
                  </a:cubicBezTo>
                  <a:cubicBezTo>
                    <a:pt x="3900" y="3099"/>
                    <a:pt x="2020" y="5931"/>
                    <a:pt x="141" y="8864"/>
                  </a:cubicBezTo>
                  <a:cubicBezTo>
                    <a:pt x="1" y="9003"/>
                    <a:pt x="214" y="9191"/>
                    <a:pt x="390" y="9191"/>
                  </a:cubicBezTo>
                  <a:cubicBezTo>
                    <a:pt x="466" y="9191"/>
                    <a:pt x="536" y="9156"/>
                    <a:pt x="567" y="9064"/>
                  </a:cubicBezTo>
                  <a:cubicBezTo>
                    <a:pt x="2547" y="6232"/>
                    <a:pt x="4326" y="3325"/>
                    <a:pt x="6105" y="392"/>
                  </a:cubicBezTo>
                  <a:cubicBezTo>
                    <a:pt x="6177" y="177"/>
                    <a:pt x="5979" y="0"/>
                    <a:pt x="57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58">
              <a:extLst>
                <a:ext uri="{FF2B5EF4-FFF2-40B4-BE49-F238E27FC236}">
                  <a16:creationId xmlns:a16="http://schemas.microsoft.com/office/drawing/2014/main" id="{01951979-D302-7586-4873-884A4578C080}"/>
                </a:ext>
              </a:extLst>
            </p:cNvPr>
            <p:cNvSpPr/>
            <p:nvPr/>
          </p:nvSpPr>
          <p:spPr>
            <a:xfrm>
              <a:off x="10249525" y="1105225"/>
              <a:ext cx="130975" cy="211800"/>
            </a:xfrm>
            <a:custGeom>
              <a:avLst/>
              <a:gdLst/>
              <a:ahLst/>
              <a:cxnLst/>
              <a:rect l="l" t="t" r="r" b="b"/>
              <a:pathLst>
                <a:path w="5239" h="8472" extrusionOk="0">
                  <a:moveTo>
                    <a:pt x="5238" y="1"/>
                  </a:moveTo>
                  <a:lnTo>
                    <a:pt x="1466" y="6101"/>
                  </a:lnTo>
                  <a:lnTo>
                    <a:pt x="1466" y="6101"/>
                  </a:lnTo>
                  <a:cubicBezTo>
                    <a:pt x="2796" y="4100"/>
                    <a:pt x="4064" y="2088"/>
                    <a:pt x="5238" y="1"/>
                  </a:cubicBezTo>
                  <a:close/>
                  <a:moveTo>
                    <a:pt x="1466" y="6101"/>
                  </a:moveTo>
                  <a:cubicBezTo>
                    <a:pt x="1263" y="6407"/>
                    <a:pt x="1058" y="6713"/>
                    <a:pt x="852" y="7018"/>
                  </a:cubicBezTo>
                  <a:cubicBezTo>
                    <a:pt x="527" y="7519"/>
                    <a:pt x="226" y="7945"/>
                    <a:pt x="0" y="8472"/>
                  </a:cubicBezTo>
                  <a:lnTo>
                    <a:pt x="1466" y="6101"/>
                  </a:ln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58">
              <a:extLst>
                <a:ext uri="{FF2B5EF4-FFF2-40B4-BE49-F238E27FC236}">
                  <a16:creationId xmlns:a16="http://schemas.microsoft.com/office/drawing/2014/main" id="{4EAB2918-B390-6553-0622-33C096182511}"/>
                </a:ext>
              </a:extLst>
            </p:cNvPr>
            <p:cNvSpPr/>
            <p:nvPr/>
          </p:nvSpPr>
          <p:spPr>
            <a:xfrm>
              <a:off x="10241025" y="1099025"/>
              <a:ext cx="147775" cy="223975"/>
            </a:xfrm>
            <a:custGeom>
              <a:avLst/>
              <a:gdLst/>
              <a:ahLst/>
              <a:cxnLst/>
              <a:rect l="l" t="t" r="r" b="b"/>
              <a:pathLst>
                <a:path w="5911" h="8959" extrusionOk="0">
                  <a:moveTo>
                    <a:pt x="5617" y="1"/>
                  </a:moveTo>
                  <a:cubicBezTo>
                    <a:pt x="5529" y="1"/>
                    <a:pt x="5430" y="45"/>
                    <a:pt x="5353" y="148"/>
                  </a:cubicBezTo>
                  <a:cubicBezTo>
                    <a:pt x="4526" y="1627"/>
                    <a:pt x="3699" y="2980"/>
                    <a:pt x="2746" y="4434"/>
                  </a:cubicBezTo>
                  <a:cubicBezTo>
                    <a:pt x="2345" y="5161"/>
                    <a:pt x="1919" y="5787"/>
                    <a:pt x="1393" y="6514"/>
                  </a:cubicBezTo>
                  <a:cubicBezTo>
                    <a:pt x="967" y="7141"/>
                    <a:pt x="466" y="7893"/>
                    <a:pt x="140" y="8620"/>
                  </a:cubicBezTo>
                  <a:cubicBezTo>
                    <a:pt x="1" y="8759"/>
                    <a:pt x="151" y="8958"/>
                    <a:pt x="332" y="8958"/>
                  </a:cubicBezTo>
                  <a:cubicBezTo>
                    <a:pt x="411" y="8958"/>
                    <a:pt x="497" y="8920"/>
                    <a:pt x="566" y="8820"/>
                  </a:cubicBezTo>
                  <a:cubicBezTo>
                    <a:pt x="967" y="8093"/>
                    <a:pt x="1393" y="7467"/>
                    <a:pt x="1919" y="6740"/>
                  </a:cubicBezTo>
                  <a:cubicBezTo>
                    <a:pt x="2345" y="6113"/>
                    <a:pt x="2746" y="5386"/>
                    <a:pt x="3273" y="4760"/>
                  </a:cubicBezTo>
                  <a:cubicBezTo>
                    <a:pt x="4100" y="3281"/>
                    <a:pt x="4952" y="1828"/>
                    <a:pt x="5779" y="374"/>
                  </a:cubicBezTo>
                  <a:cubicBezTo>
                    <a:pt x="5910" y="160"/>
                    <a:pt x="5783" y="1"/>
                    <a:pt x="5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58">
              <a:extLst>
                <a:ext uri="{FF2B5EF4-FFF2-40B4-BE49-F238E27FC236}">
                  <a16:creationId xmlns:a16="http://schemas.microsoft.com/office/drawing/2014/main" id="{4840893F-F312-CFE5-7BF1-54CCCB19F33E}"/>
                </a:ext>
              </a:extLst>
            </p:cNvPr>
            <p:cNvSpPr/>
            <p:nvPr/>
          </p:nvSpPr>
          <p:spPr>
            <a:xfrm>
              <a:off x="10289000" y="1142200"/>
              <a:ext cx="125325" cy="190500"/>
            </a:xfrm>
            <a:custGeom>
              <a:avLst/>
              <a:gdLst/>
              <a:ahLst/>
              <a:cxnLst/>
              <a:rect l="l" t="t" r="r" b="b"/>
              <a:pathLst>
                <a:path w="5013" h="7620" extrusionOk="0">
                  <a:moveTo>
                    <a:pt x="5013" y="0"/>
                  </a:moveTo>
                  <a:lnTo>
                    <a:pt x="0" y="7619"/>
                  </a:lnTo>
                  <a:cubicBezTo>
                    <a:pt x="1780" y="5113"/>
                    <a:pt x="3434" y="2607"/>
                    <a:pt x="5013" y="0"/>
                  </a:cubicBez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58">
              <a:extLst>
                <a:ext uri="{FF2B5EF4-FFF2-40B4-BE49-F238E27FC236}">
                  <a16:creationId xmlns:a16="http://schemas.microsoft.com/office/drawing/2014/main" id="{90DD159A-B2A9-E24A-5671-9B125F92FA24}"/>
                </a:ext>
              </a:extLst>
            </p:cNvPr>
            <p:cNvSpPr/>
            <p:nvPr/>
          </p:nvSpPr>
          <p:spPr>
            <a:xfrm>
              <a:off x="10279925" y="1135550"/>
              <a:ext cx="143025" cy="201675"/>
            </a:xfrm>
            <a:custGeom>
              <a:avLst/>
              <a:gdLst/>
              <a:ahLst/>
              <a:cxnLst/>
              <a:rect l="l" t="t" r="r" b="b"/>
              <a:pathLst>
                <a:path w="5721" h="8067" extrusionOk="0">
                  <a:moveTo>
                    <a:pt x="5437" y="0"/>
                  </a:moveTo>
                  <a:cubicBezTo>
                    <a:pt x="5348" y="0"/>
                    <a:pt x="5247" y="49"/>
                    <a:pt x="5175" y="166"/>
                  </a:cubicBezTo>
                  <a:cubicBezTo>
                    <a:pt x="3596" y="2773"/>
                    <a:pt x="1917" y="5279"/>
                    <a:pt x="163" y="7685"/>
                  </a:cubicBezTo>
                  <a:cubicBezTo>
                    <a:pt x="0" y="7902"/>
                    <a:pt x="176" y="8066"/>
                    <a:pt x="362" y="8066"/>
                  </a:cubicBezTo>
                  <a:cubicBezTo>
                    <a:pt x="434" y="8066"/>
                    <a:pt x="508" y="8042"/>
                    <a:pt x="564" y="7986"/>
                  </a:cubicBezTo>
                  <a:cubicBezTo>
                    <a:pt x="2343" y="5580"/>
                    <a:pt x="4022" y="2973"/>
                    <a:pt x="5576" y="367"/>
                  </a:cubicBezTo>
                  <a:cubicBezTo>
                    <a:pt x="5721" y="157"/>
                    <a:pt x="5597" y="0"/>
                    <a:pt x="54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58">
              <a:extLst>
                <a:ext uri="{FF2B5EF4-FFF2-40B4-BE49-F238E27FC236}">
                  <a16:creationId xmlns:a16="http://schemas.microsoft.com/office/drawing/2014/main" id="{3FA6D829-D93D-BDA0-712E-0C142D535248}"/>
                </a:ext>
              </a:extLst>
            </p:cNvPr>
            <p:cNvSpPr/>
            <p:nvPr/>
          </p:nvSpPr>
          <p:spPr>
            <a:xfrm>
              <a:off x="10377975" y="1199200"/>
              <a:ext cx="49525" cy="68325"/>
            </a:xfrm>
            <a:custGeom>
              <a:avLst/>
              <a:gdLst/>
              <a:ahLst/>
              <a:cxnLst/>
              <a:rect l="l" t="t" r="r" b="b"/>
              <a:pathLst>
                <a:path w="1981" h="2733" extrusionOk="0">
                  <a:moveTo>
                    <a:pt x="1980" y="1"/>
                  </a:moveTo>
                  <a:lnTo>
                    <a:pt x="0" y="2733"/>
                  </a:lnTo>
                  <a:cubicBezTo>
                    <a:pt x="627" y="1881"/>
                    <a:pt x="1353" y="953"/>
                    <a:pt x="1980" y="1"/>
                  </a:cubicBez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58">
              <a:extLst>
                <a:ext uri="{FF2B5EF4-FFF2-40B4-BE49-F238E27FC236}">
                  <a16:creationId xmlns:a16="http://schemas.microsoft.com/office/drawing/2014/main" id="{01B0BF01-1B5E-2D74-0AC4-DE3508DEBC7D}"/>
                </a:ext>
              </a:extLst>
            </p:cNvPr>
            <p:cNvSpPr/>
            <p:nvPr/>
          </p:nvSpPr>
          <p:spPr>
            <a:xfrm>
              <a:off x="10369825" y="1193550"/>
              <a:ext cx="66175" cy="80875"/>
            </a:xfrm>
            <a:custGeom>
              <a:avLst/>
              <a:gdLst/>
              <a:ahLst/>
              <a:cxnLst/>
              <a:rect l="l" t="t" r="r" b="b"/>
              <a:pathLst>
                <a:path w="2647" h="3235" extrusionOk="0">
                  <a:moveTo>
                    <a:pt x="2311" y="0"/>
                  </a:moveTo>
                  <a:cubicBezTo>
                    <a:pt x="2232" y="0"/>
                    <a:pt x="2148" y="36"/>
                    <a:pt x="2080" y="127"/>
                  </a:cubicBezTo>
                  <a:cubicBezTo>
                    <a:pt x="1454" y="1079"/>
                    <a:pt x="827" y="1906"/>
                    <a:pt x="101" y="2859"/>
                  </a:cubicBezTo>
                  <a:cubicBezTo>
                    <a:pt x="0" y="2959"/>
                    <a:pt x="0" y="3059"/>
                    <a:pt x="101" y="3159"/>
                  </a:cubicBezTo>
                  <a:cubicBezTo>
                    <a:pt x="151" y="3209"/>
                    <a:pt x="232" y="3235"/>
                    <a:pt x="301" y="3235"/>
                  </a:cubicBezTo>
                  <a:cubicBezTo>
                    <a:pt x="370" y="3235"/>
                    <a:pt x="426" y="3209"/>
                    <a:pt x="426" y="3159"/>
                  </a:cubicBezTo>
                  <a:cubicBezTo>
                    <a:pt x="1153" y="2332"/>
                    <a:pt x="1880" y="1280"/>
                    <a:pt x="2507" y="352"/>
                  </a:cubicBezTo>
                  <a:cubicBezTo>
                    <a:pt x="2647" y="195"/>
                    <a:pt x="2493" y="0"/>
                    <a:pt x="23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58">
              <a:extLst>
                <a:ext uri="{FF2B5EF4-FFF2-40B4-BE49-F238E27FC236}">
                  <a16:creationId xmlns:a16="http://schemas.microsoft.com/office/drawing/2014/main" id="{C53ADDB4-4458-DDDC-77E8-6FBDB76DABAC}"/>
                </a:ext>
              </a:extLst>
            </p:cNvPr>
            <p:cNvSpPr/>
            <p:nvPr/>
          </p:nvSpPr>
          <p:spPr>
            <a:xfrm>
              <a:off x="10202525" y="1050725"/>
              <a:ext cx="13175" cy="28825"/>
            </a:xfrm>
            <a:custGeom>
              <a:avLst/>
              <a:gdLst/>
              <a:ahLst/>
              <a:cxnLst/>
              <a:rect l="l" t="t" r="r" b="b"/>
              <a:pathLst>
                <a:path w="527" h="1153" extrusionOk="0">
                  <a:moveTo>
                    <a:pt x="527" y="0"/>
                  </a:moveTo>
                  <a:lnTo>
                    <a:pt x="527" y="0"/>
                  </a:lnTo>
                  <a:cubicBezTo>
                    <a:pt x="494" y="69"/>
                    <a:pt x="465" y="135"/>
                    <a:pt x="436" y="198"/>
                  </a:cubicBezTo>
                  <a:lnTo>
                    <a:pt x="436" y="198"/>
                  </a:lnTo>
                  <a:lnTo>
                    <a:pt x="527" y="0"/>
                  </a:lnTo>
                  <a:close/>
                  <a:moveTo>
                    <a:pt x="436" y="198"/>
                  </a:moveTo>
                  <a:lnTo>
                    <a:pt x="1" y="1153"/>
                  </a:lnTo>
                  <a:cubicBezTo>
                    <a:pt x="190" y="796"/>
                    <a:pt x="291" y="527"/>
                    <a:pt x="436" y="198"/>
                  </a:cubicBez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58">
              <a:extLst>
                <a:ext uri="{FF2B5EF4-FFF2-40B4-BE49-F238E27FC236}">
                  <a16:creationId xmlns:a16="http://schemas.microsoft.com/office/drawing/2014/main" id="{C4DB7FD9-439B-D8FE-48E5-6C89E6E4F860}"/>
                </a:ext>
              </a:extLst>
            </p:cNvPr>
            <p:cNvSpPr/>
            <p:nvPr/>
          </p:nvSpPr>
          <p:spPr>
            <a:xfrm>
              <a:off x="10195000" y="1045700"/>
              <a:ext cx="28850" cy="38875"/>
            </a:xfrm>
            <a:custGeom>
              <a:avLst/>
              <a:gdLst/>
              <a:ahLst/>
              <a:cxnLst/>
              <a:rect l="l" t="t" r="r" b="b"/>
              <a:pathLst>
                <a:path w="1154" h="1555" extrusionOk="0">
                  <a:moveTo>
                    <a:pt x="928" y="1"/>
                  </a:moveTo>
                  <a:cubicBezTo>
                    <a:pt x="828" y="1"/>
                    <a:pt x="728" y="1"/>
                    <a:pt x="627" y="101"/>
                  </a:cubicBezTo>
                  <a:cubicBezTo>
                    <a:pt x="427" y="502"/>
                    <a:pt x="201" y="828"/>
                    <a:pt x="101" y="1128"/>
                  </a:cubicBezTo>
                  <a:cubicBezTo>
                    <a:pt x="1" y="1254"/>
                    <a:pt x="1" y="1454"/>
                    <a:pt x="101" y="1554"/>
                  </a:cubicBezTo>
                  <a:cubicBezTo>
                    <a:pt x="302" y="1554"/>
                    <a:pt x="427" y="1554"/>
                    <a:pt x="527" y="1454"/>
                  </a:cubicBezTo>
                  <a:cubicBezTo>
                    <a:pt x="728" y="1028"/>
                    <a:pt x="928" y="727"/>
                    <a:pt x="1053" y="402"/>
                  </a:cubicBezTo>
                  <a:cubicBezTo>
                    <a:pt x="1154" y="301"/>
                    <a:pt x="1154" y="101"/>
                    <a:pt x="9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58">
              <a:extLst>
                <a:ext uri="{FF2B5EF4-FFF2-40B4-BE49-F238E27FC236}">
                  <a16:creationId xmlns:a16="http://schemas.microsoft.com/office/drawing/2014/main" id="{343ACBDF-279D-4E73-3E40-2F16E8D2AB9A}"/>
                </a:ext>
              </a:extLst>
            </p:cNvPr>
            <p:cNvSpPr/>
            <p:nvPr/>
          </p:nvSpPr>
          <p:spPr>
            <a:xfrm>
              <a:off x="10098525" y="1136550"/>
              <a:ext cx="20700" cy="39500"/>
            </a:xfrm>
            <a:custGeom>
              <a:avLst/>
              <a:gdLst/>
              <a:ahLst/>
              <a:cxnLst/>
              <a:rect l="l" t="t" r="r" b="b"/>
              <a:pathLst>
                <a:path w="828" h="1580" extrusionOk="0">
                  <a:moveTo>
                    <a:pt x="827" y="1"/>
                  </a:moveTo>
                  <a:lnTo>
                    <a:pt x="0" y="1580"/>
                  </a:lnTo>
                  <a:cubicBezTo>
                    <a:pt x="301" y="1053"/>
                    <a:pt x="627" y="527"/>
                    <a:pt x="827" y="1"/>
                  </a:cubicBez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58">
              <a:extLst>
                <a:ext uri="{FF2B5EF4-FFF2-40B4-BE49-F238E27FC236}">
                  <a16:creationId xmlns:a16="http://schemas.microsoft.com/office/drawing/2014/main" id="{2713DF53-6B27-0BE1-7453-EC71F2811615}"/>
                </a:ext>
              </a:extLst>
            </p:cNvPr>
            <p:cNvSpPr/>
            <p:nvPr/>
          </p:nvSpPr>
          <p:spPr>
            <a:xfrm>
              <a:off x="10090375" y="1129675"/>
              <a:ext cx="36975" cy="52425"/>
            </a:xfrm>
            <a:custGeom>
              <a:avLst/>
              <a:gdLst/>
              <a:ahLst/>
              <a:cxnLst/>
              <a:rect l="l" t="t" r="r" b="b"/>
              <a:pathLst>
                <a:path w="1479" h="2097" extrusionOk="0">
                  <a:moveTo>
                    <a:pt x="1116" y="0"/>
                  </a:moveTo>
                  <a:cubicBezTo>
                    <a:pt x="1053" y="0"/>
                    <a:pt x="1003" y="25"/>
                    <a:pt x="953" y="75"/>
                  </a:cubicBezTo>
                  <a:cubicBezTo>
                    <a:pt x="627" y="602"/>
                    <a:pt x="426" y="1228"/>
                    <a:pt x="101" y="1754"/>
                  </a:cubicBezTo>
                  <a:cubicBezTo>
                    <a:pt x="0" y="1855"/>
                    <a:pt x="101" y="1955"/>
                    <a:pt x="226" y="2055"/>
                  </a:cubicBezTo>
                  <a:cubicBezTo>
                    <a:pt x="255" y="2085"/>
                    <a:pt x="285" y="2097"/>
                    <a:pt x="314" y="2097"/>
                  </a:cubicBezTo>
                  <a:cubicBezTo>
                    <a:pt x="385" y="2097"/>
                    <a:pt x="456" y="2026"/>
                    <a:pt x="527" y="1955"/>
                  </a:cubicBezTo>
                  <a:cubicBezTo>
                    <a:pt x="852" y="1429"/>
                    <a:pt x="1153" y="902"/>
                    <a:pt x="1479" y="401"/>
                  </a:cubicBezTo>
                  <a:cubicBezTo>
                    <a:pt x="1479" y="276"/>
                    <a:pt x="1479" y="75"/>
                    <a:pt x="1354" y="75"/>
                  </a:cubicBezTo>
                  <a:cubicBezTo>
                    <a:pt x="1253" y="25"/>
                    <a:pt x="1178" y="0"/>
                    <a:pt x="11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58">
              <a:extLst>
                <a:ext uri="{FF2B5EF4-FFF2-40B4-BE49-F238E27FC236}">
                  <a16:creationId xmlns:a16="http://schemas.microsoft.com/office/drawing/2014/main" id="{51FBE9A3-AC69-731C-B770-8192D36BF9F1}"/>
                </a:ext>
              </a:extLst>
            </p:cNvPr>
            <p:cNvSpPr/>
            <p:nvPr/>
          </p:nvSpPr>
          <p:spPr>
            <a:xfrm>
              <a:off x="10278350" y="1100225"/>
              <a:ext cx="28825" cy="55150"/>
            </a:xfrm>
            <a:custGeom>
              <a:avLst/>
              <a:gdLst/>
              <a:ahLst/>
              <a:cxnLst/>
              <a:rect l="l" t="t" r="r" b="b"/>
              <a:pathLst>
                <a:path w="1153" h="2206" extrusionOk="0">
                  <a:moveTo>
                    <a:pt x="1153" y="0"/>
                  </a:moveTo>
                  <a:lnTo>
                    <a:pt x="1153" y="0"/>
                  </a:lnTo>
                  <a:cubicBezTo>
                    <a:pt x="905" y="424"/>
                    <a:pt x="699" y="847"/>
                    <a:pt x="486" y="1276"/>
                  </a:cubicBezTo>
                  <a:lnTo>
                    <a:pt x="486" y="1276"/>
                  </a:lnTo>
                  <a:lnTo>
                    <a:pt x="1153" y="0"/>
                  </a:lnTo>
                  <a:close/>
                  <a:moveTo>
                    <a:pt x="486" y="1276"/>
                  </a:moveTo>
                  <a:lnTo>
                    <a:pt x="0" y="2206"/>
                  </a:lnTo>
                  <a:cubicBezTo>
                    <a:pt x="178" y="1892"/>
                    <a:pt x="334" y="1582"/>
                    <a:pt x="486" y="1276"/>
                  </a:cubicBez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58">
              <a:extLst>
                <a:ext uri="{FF2B5EF4-FFF2-40B4-BE49-F238E27FC236}">
                  <a16:creationId xmlns:a16="http://schemas.microsoft.com/office/drawing/2014/main" id="{1C1BECE4-75B8-F609-650B-BD2499361533}"/>
                </a:ext>
              </a:extLst>
            </p:cNvPr>
            <p:cNvSpPr/>
            <p:nvPr/>
          </p:nvSpPr>
          <p:spPr>
            <a:xfrm>
              <a:off x="10269825" y="1093700"/>
              <a:ext cx="46050" cy="67350"/>
            </a:xfrm>
            <a:custGeom>
              <a:avLst/>
              <a:gdLst/>
              <a:ahLst/>
              <a:cxnLst/>
              <a:rect l="l" t="t" r="r" b="b"/>
              <a:pathLst>
                <a:path w="1842" h="2694" extrusionOk="0">
                  <a:moveTo>
                    <a:pt x="1503" y="1"/>
                  </a:moveTo>
                  <a:cubicBezTo>
                    <a:pt x="1415" y="1"/>
                    <a:pt x="1328" y="48"/>
                    <a:pt x="1294" y="161"/>
                  </a:cubicBezTo>
                  <a:cubicBezTo>
                    <a:pt x="867" y="888"/>
                    <a:pt x="441" y="1614"/>
                    <a:pt x="141" y="2341"/>
                  </a:cubicBezTo>
                  <a:cubicBezTo>
                    <a:pt x="0" y="2499"/>
                    <a:pt x="154" y="2693"/>
                    <a:pt x="337" y="2693"/>
                  </a:cubicBezTo>
                  <a:cubicBezTo>
                    <a:pt x="415" y="2693"/>
                    <a:pt x="499" y="2657"/>
                    <a:pt x="567" y="2567"/>
                  </a:cubicBezTo>
                  <a:cubicBezTo>
                    <a:pt x="968" y="1840"/>
                    <a:pt x="1294" y="1088"/>
                    <a:pt x="1695" y="361"/>
                  </a:cubicBezTo>
                  <a:cubicBezTo>
                    <a:pt x="1842" y="165"/>
                    <a:pt x="1669" y="1"/>
                    <a:pt x="15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58">
              <a:extLst>
                <a:ext uri="{FF2B5EF4-FFF2-40B4-BE49-F238E27FC236}">
                  <a16:creationId xmlns:a16="http://schemas.microsoft.com/office/drawing/2014/main" id="{4101DE0E-A841-D5CA-030C-C09DD23D8BBA}"/>
                </a:ext>
              </a:extLst>
            </p:cNvPr>
            <p:cNvSpPr/>
            <p:nvPr/>
          </p:nvSpPr>
          <p:spPr>
            <a:xfrm>
              <a:off x="10346625" y="1191700"/>
              <a:ext cx="7550" cy="15675"/>
            </a:xfrm>
            <a:custGeom>
              <a:avLst/>
              <a:gdLst/>
              <a:ahLst/>
              <a:cxnLst/>
              <a:rect l="l" t="t" r="r" b="b"/>
              <a:pathLst>
                <a:path w="302" h="627" extrusionOk="0">
                  <a:moveTo>
                    <a:pt x="302" y="0"/>
                  </a:moveTo>
                  <a:lnTo>
                    <a:pt x="302" y="0"/>
                  </a:lnTo>
                  <a:cubicBezTo>
                    <a:pt x="252" y="100"/>
                    <a:pt x="201" y="207"/>
                    <a:pt x="151" y="314"/>
                  </a:cubicBezTo>
                  <a:lnTo>
                    <a:pt x="302" y="0"/>
                  </a:lnTo>
                  <a:close/>
                  <a:moveTo>
                    <a:pt x="151" y="314"/>
                  </a:moveTo>
                  <a:lnTo>
                    <a:pt x="1" y="627"/>
                  </a:lnTo>
                  <a:cubicBezTo>
                    <a:pt x="51" y="527"/>
                    <a:pt x="101" y="420"/>
                    <a:pt x="151" y="314"/>
                  </a:cubicBezTo>
                  <a:close/>
                </a:path>
              </a:pathLst>
            </a:custGeom>
            <a:solidFill>
              <a:srgbClr val="F467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58">
              <a:extLst>
                <a:ext uri="{FF2B5EF4-FFF2-40B4-BE49-F238E27FC236}">
                  <a16:creationId xmlns:a16="http://schemas.microsoft.com/office/drawing/2014/main" id="{F3EC9F26-46F5-F3DA-63B3-6F1062BAFCB4}"/>
                </a:ext>
              </a:extLst>
            </p:cNvPr>
            <p:cNvSpPr/>
            <p:nvPr/>
          </p:nvSpPr>
          <p:spPr>
            <a:xfrm>
              <a:off x="10338500" y="1184575"/>
              <a:ext cx="23825" cy="30325"/>
            </a:xfrm>
            <a:custGeom>
              <a:avLst/>
              <a:gdLst/>
              <a:ahLst/>
              <a:cxnLst/>
              <a:rect l="l" t="t" r="r" b="b"/>
              <a:pathLst>
                <a:path w="953" h="1213" extrusionOk="0">
                  <a:moveTo>
                    <a:pt x="617" y="1"/>
                  </a:moveTo>
                  <a:cubicBezTo>
                    <a:pt x="541" y="1"/>
                    <a:pt x="484" y="56"/>
                    <a:pt x="426" y="185"/>
                  </a:cubicBezTo>
                  <a:cubicBezTo>
                    <a:pt x="326" y="385"/>
                    <a:pt x="201" y="586"/>
                    <a:pt x="0" y="812"/>
                  </a:cubicBezTo>
                  <a:cubicBezTo>
                    <a:pt x="0" y="912"/>
                    <a:pt x="0" y="1112"/>
                    <a:pt x="100" y="1213"/>
                  </a:cubicBezTo>
                  <a:cubicBezTo>
                    <a:pt x="201" y="1213"/>
                    <a:pt x="426" y="1213"/>
                    <a:pt x="526" y="1112"/>
                  </a:cubicBezTo>
                  <a:cubicBezTo>
                    <a:pt x="627" y="812"/>
                    <a:pt x="727" y="586"/>
                    <a:pt x="827" y="385"/>
                  </a:cubicBezTo>
                  <a:cubicBezTo>
                    <a:pt x="953" y="285"/>
                    <a:pt x="953" y="85"/>
                    <a:pt x="827" y="85"/>
                  </a:cubicBezTo>
                  <a:cubicBezTo>
                    <a:pt x="742" y="31"/>
                    <a:pt x="674" y="1"/>
                    <a:pt x="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5" name="Google Shape;1025;p58">
            <a:extLst>
              <a:ext uri="{FF2B5EF4-FFF2-40B4-BE49-F238E27FC236}">
                <a16:creationId xmlns:a16="http://schemas.microsoft.com/office/drawing/2014/main" id="{F170573F-55D7-576B-45BD-804CDEE3F833}"/>
              </a:ext>
            </a:extLst>
          </p:cNvPr>
          <p:cNvGrpSpPr/>
          <p:nvPr/>
        </p:nvGrpSpPr>
        <p:grpSpPr>
          <a:xfrm rot="1628208">
            <a:off x="6677278" y="3040846"/>
            <a:ext cx="587736" cy="781797"/>
            <a:chOff x="3600400" y="2783875"/>
            <a:chExt cx="402275" cy="535100"/>
          </a:xfrm>
        </p:grpSpPr>
        <p:sp>
          <p:nvSpPr>
            <p:cNvPr id="1026" name="Google Shape;1026;p58">
              <a:extLst>
                <a:ext uri="{FF2B5EF4-FFF2-40B4-BE49-F238E27FC236}">
                  <a16:creationId xmlns:a16="http://schemas.microsoft.com/office/drawing/2014/main" id="{264A4CF2-403B-64E8-26F4-E4814A029D98}"/>
                </a:ext>
              </a:extLst>
            </p:cNvPr>
            <p:cNvSpPr/>
            <p:nvPr/>
          </p:nvSpPr>
          <p:spPr>
            <a:xfrm>
              <a:off x="3631725" y="3070825"/>
              <a:ext cx="195525" cy="237500"/>
            </a:xfrm>
            <a:custGeom>
              <a:avLst/>
              <a:gdLst/>
              <a:ahLst/>
              <a:cxnLst/>
              <a:rect l="l" t="t" r="r" b="b"/>
              <a:pathLst>
                <a:path w="7821" h="9500" extrusionOk="0">
                  <a:moveTo>
                    <a:pt x="3033" y="1"/>
                  </a:moveTo>
                  <a:lnTo>
                    <a:pt x="1" y="7620"/>
                  </a:lnTo>
                  <a:lnTo>
                    <a:pt x="2808" y="7520"/>
                  </a:lnTo>
                  <a:lnTo>
                    <a:pt x="4687" y="9500"/>
                  </a:lnTo>
                  <a:lnTo>
                    <a:pt x="7820" y="1881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58">
              <a:extLst>
                <a:ext uri="{FF2B5EF4-FFF2-40B4-BE49-F238E27FC236}">
                  <a16:creationId xmlns:a16="http://schemas.microsoft.com/office/drawing/2014/main" id="{52CCE621-63E8-3D53-BAB8-A734108B29FF}"/>
                </a:ext>
              </a:extLst>
            </p:cNvPr>
            <p:cNvSpPr/>
            <p:nvPr/>
          </p:nvSpPr>
          <p:spPr>
            <a:xfrm>
              <a:off x="3623575" y="3062700"/>
              <a:ext cx="211825" cy="256275"/>
            </a:xfrm>
            <a:custGeom>
              <a:avLst/>
              <a:gdLst/>
              <a:ahLst/>
              <a:cxnLst/>
              <a:rect l="l" t="t" r="r" b="b"/>
              <a:pathLst>
                <a:path w="8473" h="10251" extrusionOk="0">
                  <a:moveTo>
                    <a:pt x="3459" y="627"/>
                  </a:moveTo>
                  <a:lnTo>
                    <a:pt x="7845" y="2306"/>
                  </a:lnTo>
                  <a:lnTo>
                    <a:pt x="5009" y="9483"/>
                  </a:lnTo>
                  <a:lnTo>
                    <a:pt x="3259" y="7644"/>
                  </a:lnTo>
                  <a:lnTo>
                    <a:pt x="627" y="7744"/>
                  </a:lnTo>
                  <a:lnTo>
                    <a:pt x="3459" y="627"/>
                  </a:lnTo>
                  <a:close/>
                  <a:moveTo>
                    <a:pt x="3259" y="0"/>
                  </a:moveTo>
                  <a:lnTo>
                    <a:pt x="1" y="8145"/>
                  </a:lnTo>
                  <a:lnTo>
                    <a:pt x="1" y="8145"/>
                  </a:lnTo>
                  <a:lnTo>
                    <a:pt x="3033" y="8045"/>
                  </a:lnTo>
                  <a:lnTo>
                    <a:pt x="5139" y="10251"/>
                  </a:lnTo>
                  <a:lnTo>
                    <a:pt x="5239" y="9925"/>
                  </a:lnTo>
                  <a:lnTo>
                    <a:pt x="8472" y="2105"/>
                  </a:lnTo>
                  <a:lnTo>
                    <a:pt x="325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58">
              <a:extLst>
                <a:ext uri="{FF2B5EF4-FFF2-40B4-BE49-F238E27FC236}">
                  <a16:creationId xmlns:a16="http://schemas.microsoft.com/office/drawing/2014/main" id="{4DEA26AF-A76E-C8B2-FC49-CA5426274784}"/>
                </a:ext>
              </a:extLst>
            </p:cNvPr>
            <p:cNvSpPr/>
            <p:nvPr/>
          </p:nvSpPr>
          <p:spPr>
            <a:xfrm>
              <a:off x="3775225" y="3070825"/>
              <a:ext cx="196125" cy="237500"/>
            </a:xfrm>
            <a:custGeom>
              <a:avLst/>
              <a:gdLst/>
              <a:ahLst/>
              <a:cxnLst/>
              <a:rect l="l" t="t" r="r" b="b"/>
              <a:pathLst>
                <a:path w="7845" h="9500" extrusionOk="0">
                  <a:moveTo>
                    <a:pt x="4812" y="1"/>
                  </a:moveTo>
                  <a:lnTo>
                    <a:pt x="0" y="1881"/>
                  </a:lnTo>
                  <a:lnTo>
                    <a:pt x="3033" y="9500"/>
                  </a:lnTo>
                  <a:lnTo>
                    <a:pt x="5013" y="7520"/>
                  </a:lnTo>
                  <a:lnTo>
                    <a:pt x="7845" y="7620"/>
                  </a:lnTo>
                  <a:lnTo>
                    <a:pt x="7845" y="7620"/>
                  </a:lnTo>
                  <a:lnTo>
                    <a:pt x="48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58">
              <a:extLst>
                <a:ext uri="{FF2B5EF4-FFF2-40B4-BE49-F238E27FC236}">
                  <a16:creationId xmlns:a16="http://schemas.microsoft.com/office/drawing/2014/main" id="{34BA8B79-106B-851F-1520-F46D0BD0C80E}"/>
                </a:ext>
              </a:extLst>
            </p:cNvPr>
            <p:cNvSpPr/>
            <p:nvPr/>
          </p:nvSpPr>
          <p:spPr>
            <a:xfrm>
              <a:off x="3767700" y="3062700"/>
              <a:ext cx="211175" cy="256275"/>
            </a:xfrm>
            <a:custGeom>
              <a:avLst/>
              <a:gdLst/>
              <a:ahLst/>
              <a:cxnLst/>
              <a:rect l="l" t="t" r="r" b="b"/>
              <a:pathLst>
                <a:path w="8447" h="10251" extrusionOk="0">
                  <a:moveTo>
                    <a:pt x="5013" y="627"/>
                  </a:moveTo>
                  <a:lnTo>
                    <a:pt x="7820" y="7744"/>
                  </a:lnTo>
                  <a:lnTo>
                    <a:pt x="5213" y="7644"/>
                  </a:lnTo>
                  <a:lnTo>
                    <a:pt x="3421" y="9436"/>
                  </a:lnTo>
                  <a:lnTo>
                    <a:pt x="3421" y="9436"/>
                  </a:lnTo>
                  <a:lnTo>
                    <a:pt x="627" y="2306"/>
                  </a:lnTo>
                  <a:lnTo>
                    <a:pt x="5013" y="627"/>
                  </a:lnTo>
                  <a:close/>
                  <a:moveTo>
                    <a:pt x="5213" y="0"/>
                  </a:moveTo>
                  <a:lnTo>
                    <a:pt x="0" y="2105"/>
                  </a:lnTo>
                  <a:lnTo>
                    <a:pt x="3233" y="10251"/>
                  </a:lnTo>
                  <a:lnTo>
                    <a:pt x="3434" y="10025"/>
                  </a:lnTo>
                  <a:lnTo>
                    <a:pt x="5314" y="8045"/>
                  </a:lnTo>
                  <a:lnTo>
                    <a:pt x="8446" y="8145"/>
                  </a:lnTo>
                  <a:lnTo>
                    <a:pt x="5213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58">
              <a:extLst>
                <a:ext uri="{FF2B5EF4-FFF2-40B4-BE49-F238E27FC236}">
                  <a16:creationId xmlns:a16="http://schemas.microsoft.com/office/drawing/2014/main" id="{7BF699C4-9231-949C-703E-68FF7D1264D3}"/>
                </a:ext>
              </a:extLst>
            </p:cNvPr>
            <p:cNvSpPr/>
            <p:nvPr/>
          </p:nvSpPr>
          <p:spPr>
            <a:xfrm>
              <a:off x="3605425" y="2788875"/>
              <a:ext cx="391625" cy="396650"/>
            </a:xfrm>
            <a:custGeom>
              <a:avLst/>
              <a:gdLst/>
              <a:ahLst/>
              <a:cxnLst/>
              <a:rect l="l" t="t" r="r" b="b"/>
              <a:pathLst>
                <a:path w="15665" h="15866" extrusionOk="0">
                  <a:moveTo>
                    <a:pt x="7845" y="1"/>
                  </a:moveTo>
                  <a:lnTo>
                    <a:pt x="6491" y="527"/>
                  </a:lnTo>
                  <a:lnTo>
                    <a:pt x="5113" y="527"/>
                  </a:lnTo>
                  <a:lnTo>
                    <a:pt x="4085" y="1454"/>
                  </a:lnTo>
                  <a:lnTo>
                    <a:pt x="2732" y="1880"/>
                  </a:lnTo>
                  <a:lnTo>
                    <a:pt x="2105" y="3133"/>
                  </a:lnTo>
                  <a:lnTo>
                    <a:pt x="952" y="3961"/>
                  </a:lnTo>
                  <a:lnTo>
                    <a:pt x="727" y="5314"/>
                  </a:lnTo>
                  <a:lnTo>
                    <a:pt x="0" y="6567"/>
                  </a:lnTo>
                  <a:lnTo>
                    <a:pt x="326" y="7946"/>
                  </a:lnTo>
                  <a:lnTo>
                    <a:pt x="0" y="9299"/>
                  </a:lnTo>
                  <a:lnTo>
                    <a:pt x="727" y="10552"/>
                  </a:lnTo>
                  <a:lnTo>
                    <a:pt x="952" y="11905"/>
                  </a:lnTo>
                  <a:lnTo>
                    <a:pt x="2105" y="12833"/>
                  </a:lnTo>
                  <a:lnTo>
                    <a:pt x="2732" y="14086"/>
                  </a:lnTo>
                  <a:lnTo>
                    <a:pt x="4085" y="14512"/>
                  </a:lnTo>
                  <a:lnTo>
                    <a:pt x="5113" y="15464"/>
                  </a:lnTo>
                  <a:lnTo>
                    <a:pt x="6491" y="15339"/>
                  </a:lnTo>
                  <a:lnTo>
                    <a:pt x="7845" y="15865"/>
                  </a:lnTo>
                  <a:lnTo>
                    <a:pt x="9198" y="15339"/>
                  </a:lnTo>
                  <a:lnTo>
                    <a:pt x="10551" y="15464"/>
                  </a:lnTo>
                  <a:lnTo>
                    <a:pt x="11604" y="14512"/>
                  </a:lnTo>
                  <a:lnTo>
                    <a:pt x="12957" y="14086"/>
                  </a:lnTo>
                  <a:lnTo>
                    <a:pt x="13584" y="12833"/>
                  </a:lnTo>
                  <a:lnTo>
                    <a:pt x="14737" y="11905"/>
                  </a:lnTo>
                  <a:lnTo>
                    <a:pt x="14937" y="10552"/>
                  </a:lnTo>
                  <a:lnTo>
                    <a:pt x="15664" y="9299"/>
                  </a:lnTo>
                  <a:lnTo>
                    <a:pt x="15363" y="7946"/>
                  </a:lnTo>
                  <a:lnTo>
                    <a:pt x="15664" y="6567"/>
                  </a:lnTo>
                  <a:lnTo>
                    <a:pt x="14937" y="5314"/>
                  </a:lnTo>
                  <a:lnTo>
                    <a:pt x="14737" y="3961"/>
                  </a:lnTo>
                  <a:lnTo>
                    <a:pt x="13584" y="3133"/>
                  </a:lnTo>
                  <a:lnTo>
                    <a:pt x="12957" y="1880"/>
                  </a:lnTo>
                  <a:lnTo>
                    <a:pt x="11604" y="1454"/>
                  </a:lnTo>
                  <a:lnTo>
                    <a:pt x="10551" y="527"/>
                  </a:lnTo>
                  <a:lnTo>
                    <a:pt x="9198" y="527"/>
                  </a:lnTo>
                  <a:lnTo>
                    <a:pt x="78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58">
              <a:extLst>
                <a:ext uri="{FF2B5EF4-FFF2-40B4-BE49-F238E27FC236}">
                  <a16:creationId xmlns:a16="http://schemas.microsoft.com/office/drawing/2014/main" id="{C0AF22B3-581A-4139-5017-8280D14EA37B}"/>
                </a:ext>
              </a:extLst>
            </p:cNvPr>
            <p:cNvSpPr/>
            <p:nvPr/>
          </p:nvSpPr>
          <p:spPr>
            <a:xfrm>
              <a:off x="3600400" y="2783875"/>
              <a:ext cx="402275" cy="409800"/>
            </a:xfrm>
            <a:custGeom>
              <a:avLst/>
              <a:gdLst/>
              <a:ahLst/>
              <a:cxnLst/>
              <a:rect l="l" t="t" r="r" b="b"/>
              <a:pathLst>
                <a:path w="16091" h="16392" extrusionOk="0">
                  <a:moveTo>
                    <a:pt x="8046" y="401"/>
                  </a:moveTo>
                  <a:lnTo>
                    <a:pt x="9299" y="927"/>
                  </a:lnTo>
                  <a:lnTo>
                    <a:pt x="10652" y="927"/>
                  </a:lnTo>
                  <a:lnTo>
                    <a:pt x="11705" y="1755"/>
                  </a:lnTo>
                  <a:lnTo>
                    <a:pt x="13058" y="2181"/>
                  </a:lnTo>
                  <a:lnTo>
                    <a:pt x="13685" y="3434"/>
                  </a:lnTo>
                  <a:lnTo>
                    <a:pt x="14712" y="4261"/>
                  </a:lnTo>
                  <a:lnTo>
                    <a:pt x="14938" y="5639"/>
                  </a:lnTo>
                  <a:lnTo>
                    <a:pt x="15665" y="6767"/>
                  </a:lnTo>
                  <a:lnTo>
                    <a:pt x="15339" y="8146"/>
                  </a:lnTo>
                  <a:lnTo>
                    <a:pt x="15339" y="8246"/>
                  </a:lnTo>
                  <a:lnTo>
                    <a:pt x="15665" y="9499"/>
                  </a:lnTo>
                  <a:lnTo>
                    <a:pt x="14938" y="10652"/>
                  </a:lnTo>
                  <a:lnTo>
                    <a:pt x="14712" y="12005"/>
                  </a:lnTo>
                  <a:lnTo>
                    <a:pt x="13685" y="12832"/>
                  </a:lnTo>
                  <a:lnTo>
                    <a:pt x="13058" y="14085"/>
                  </a:lnTo>
                  <a:lnTo>
                    <a:pt x="11705" y="14511"/>
                  </a:lnTo>
                  <a:lnTo>
                    <a:pt x="10652" y="15439"/>
                  </a:lnTo>
                  <a:lnTo>
                    <a:pt x="9299" y="15339"/>
                  </a:lnTo>
                  <a:lnTo>
                    <a:pt x="8046" y="15865"/>
                  </a:lnTo>
                  <a:lnTo>
                    <a:pt x="6793" y="15339"/>
                  </a:lnTo>
                  <a:lnTo>
                    <a:pt x="5439" y="15439"/>
                  </a:lnTo>
                  <a:lnTo>
                    <a:pt x="4386" y="14511"/>
                  </a:lnTo>
                  <a:lnTo>
                    <a:pt x="3033" y="14085"/>
                  </a:lnTo>
                  <a:lnTo>
                    <a:pt x="2407" y="12832"/>
                  </a:lnTo>
                  <a:lnTo>
                    <a:pt x="1354" y="12005"/>
                  </a:lnTo>
                  <a:lnTo>
                    <a:pt x="1153" y="10652"/>
                  </a:lnTo>
                  <a:lnTo>
                    <a:pt x="427" y="9499"/>
                  </a:lnTo>
                  <a:lnTo>
                    <a:pt x="727" y="8146"/>
                  </a:lnTo>
                  <a:lnTo>
                    <a:pt x="427" y="6767"/>
                  </a:lnTo>
                  <a:lnTo>
                    <a:pt x="1153" y="5639"/>
                  </a:lnTo>
                  <a:lnTo>
                    <a:pt x="1354" y="4261"/>
                  </a:lnTo>
                  <a:lnTo>
                    <a:pt x="2407" y="3434"/>
                  </a:lnTo>
                  <a:lnTo>
                    <a:pt x="3033" y="2181"/>
                  </a:lnTo>
                  <a:lnTo>
                    <a:pt x="4386" y="1755"/>
                  </a:lnTo>
                  <a:lnTo>
                    <a:pt x="5439" y="927"/>
                  </a:lnTo>
                  <a:lnTo>
                    <a:pt x="6793" y="927"/>
                  </a:lnTo>
                  <a:lnTo>
                    <a:pt x="8046" y="401"/>
                  </a:lnTo>
                  <a:close/>
                  <a:moveTo>
                    <a:pt x="8046" y="0"/>
                  </a:moveTo>
                  <a:lnTo>
                    <a:pt x="6692" y="501"/>
                  </a:lnTo>
                  <a:lnTo>
                    <a:pt x="5214" y="501"/>
                  </a:lnTo>
                  <a:lnTo>
                    <a:pt x="4186" y="1454"/>
                  </a:lnTo>
                  <a:lnTo>
                    <a:pt x="2808" y="1880"/>
                  </a:lnTo>
                  <a:lnTo>
                    <a:pt x="2081" y="3133"/>
                  </a:lnTo>
                  <a:lnTo>
                    <a:pt x="928" y="4060"/>
                  </a:lnTo>
                  <a:lnTo>
                    <a:pt x="727" y="5514"/>
                  </a:lnTo>
                  <a:lnTo>
                    <a:pt x="1" y="6767"/>
                  </a:lnTo>
                  <a:lnTo>
                    <a:pt x="301" y="8146"/>
                  </a:lnTo>
                  <a:lnTo>
                    <a:pt x="1" y="9599"/>
                  </a:lnTo>
                  <a:lnTo>
                    <a:pt x="727" y="10852"/>
                  </a:lnTo>
                  <a:lnTo>
                    <a:pt x="928" y="12206"/>
                  </a:lnTo>
                  <a:lnTo>
                    <a:pt x="2081" y="13158"/>
                  </a:lnTo>
                  <a:lnTo>
                    <a:pt x="2808" y="14411"/>
                  </a:lnTo>
                  <a:lnTo>
                    <a:pt x="4186" y="14912"/>
                  </a:lnTo>
                  <a:lnTo>
                    <a:pt x="5214" y="15865"/>
                  </a:lnTo>
                  <a:lnTo>
                    <a:pt x="6692" y="15765"/>
                  </a:lnTo>
                  <a:lnTo>
                    <a:pt x="8046" y="16391"/>
                  </a:lnTo>
                  <a:lnTo>
                    <a:pt x="9399" y="15765"/>
                  </a:lnTo>
                  <a:lnTo>
                    <a:pt x="10853" y="15865"/>
                  </a:lnTo>
                  <a:lnTo>
                    <a:pt x="11905" y="14912"/>
                  </a:lnTo>
                  <a:lnTo>
                    <a:pt x="13259" y="14411"/>
                  </a:lnTo>
                  <a:lnTo>
                    <a:pt x="13986" y="13158"/>
                  </a:lnTo>
                  <a:lnTo>
                    <a:pt x="15138" y="12206"/>
                  </a:lnTo>
                  <a:lnTo>
                    <a:pt x="15339" y="10852"/>
                  </a:lnTo>
                  <a:lnTo>
                    <a:pt x="16091" y="9599"/>
                  </a:lnTo>
                  <a:lnTo>
                    <a:pt x="15776" y="8195"/>
                  </a:lnTo>
                  <a:lnTo>
                    <a:pt x="16091" y="6767"/>
                  </a:lnTo>
                  <a:lnTo>
                    <a:pt x="15339" y="5514"/>
                  </a:lnTo>
                  <a:lnTo>
                    <a:pt x="15138" y="4060"/>
                  </a:lnTo>
                  <a:lnTo>
                    <a:pt x="13986" y="3133"/>
                  </a:lnTo>
                  <a:lnTo>
                    <a:pt x="13259" y="1880"/>
                  </a:lnTo>
                  <a:lnTo>
                    <a:pt x="11905" y="1454"/>
                  </a:lnTo>
                  <a:lnTo>
                    <a:pt x="10853" y="501"/>
                  </a:lnTo>
                  <a:lnTo>
                    <a:pt x="9399" y="501"/>
                  </a:lnTo>
                  <a:lnTo>
                    <a:pt x="8046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58">
              <a:extLst>
                <a:ext uri="{FF2B5EF4-FFF2-40B4-BE49-F238E27FC236}">
                  <a16:creationId xmlns:a16="http://schemas.microsoft.com/office/drawing/2014/main" id="{95E417C5-2DF9-ED4C-02F8-857FC7DE855E}"/>
                </a:ext>
              </a:extLst>
            </p:cNvPr>
            <p:cNvSpPr/>
            <p:nvPr/>
          </p:nvSpPr>
          <p:spPr>
            <a:xfrm>
              <a:off x="3663050" y="2851525"/>
              <a:ext cx="276975" cy="273850"/>
            </a:xfrm>
            <a:custGeom>
              <a:avLst/>
              <a:gdLst/>
              <a:ahLst/>
              <a:cxnLst/>
              <a:rect l="l" t="t" r="r" b="b"/>
              <a:pathLst>
                <a:path w="11079" h="10954" extrusionOk="0">
                  <a:moveTo>
                    <a:pt x="5540" y="302"/>
                  </a:moveTo>
                  <a:cubicBezTo>
                    <a:pt x="6993" y="302"/>
                    <a:pt x="8246" y="828"/>
                    <a:pt x="9199" y="1780"/>
                  </a:cubicBezTo>
                  <a:cubicBezTo>
                    <a:pt x="10126" y="2708"/>
                    <a:pt x="10753" y="4061"/>
                    <a:pt x="10753" y="5440"/>
                  </a:cubicBezTo>
                  <a:cubicBezTo>
                    <a:pt x="10753" y="6893"/>
                    <a:pt x="10126" y="8146"/>
                    <a:pt x="9199" y="9074"/>
                  </a:cubicBezTo>
                  <a:cubicBezTo>
                    <a:pt x="8246" y="10026"/>
                    <a:pt x="6993" y="10653"/>
                    <a:pt x="5540" y="10653"/>
                  </a:cubicBezTo>
                  <a:cubicBezTo>
                    <a:pt x="4061" y="10653"/>
                    <a:pt x="2808" y="10026"/>
                    <a:pt x="1880" y="9074"/>
                  </a:cubicBezTo>
                  <a:cubicBezTo>
                    <a:pt x="928" y="8146"/>
                    <a:pt x="302" y="6893"/>
                    <a:pt x="302" y="5440"/>
                  </a:cubicBezTo>
                  <a:cubicBezTo>
                    <a:pt x="302" y="4061"/>
                    <a:pt x="928" y="2708"/>
                    <a:pt x="1880" y="1780"/>
                  </a:cubicBezTo>
                  <a:cubicBezTo>
                    <a:pt x="2808" y="828"/>
                    <a:pt x="4061" y="302"/>
                    <a:pt x="5540" y="302"/>
                  </a:cubicBezTo>
                  <a:close/>
                  <a:moveTo>
                    <a:pt x="5540" y="1"/>
                  </a:moveTo>
                  <a:cubicBezTo>
                    <a:pt x="2507" y="1"/>
                    <a:pt x="1" y="2407"/>
                    <a:pt x="1" y="5440"/>
                  </a:cubicBezTo>
                  <a:cubicBezTo>
                    <a:pt x="1" y="8447"/>
                    <a:pt x="2507" y="10953"/>
                    <a:pt x="5540" y="10953"/>
                  </a:cubicBezTo>
                  <a:cubicBezTo>
                    <a:pt x="8572" y="10953"/>
                    <a:pt x="11079" y="8447"/>
                    <a:pt x="11079" y="5440"/>
                  </a:cubicBezTo>
                  <a:cubicBezTo>
                    <a:pt x="11079" y="2407"/>
                    <a:pt x="8572" y="1"/>
                    <a:pt x="554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907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5"/>
          <p:cNvSpPr txBox="1">
            <a:spLocks noGrp="1"/>
          </p:cNvSpPr>
          <p:nvPr>
            <p:ph type="ctrTitle"/>
          </p:nvPr>
        </p:nvSpPr>
        <p:spPr>
          <a:xfrm>
            <a:off x="2492100" y="1807216"/>
            <a:ext cx="4159800" cy="112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ϵ</a:t>
            </a:r>
            <a:r>
              <a:rPr lang="en" dirty="0"/>
              <a:t>-NFA</a:t>
            </a:r>
            <a:endParaRPr dirty="0"/>
          </a:p>
        </p:txBody>
      </p:sp>
      <p:sp>
        <p:nvSpPr>
          <p:cNvPr id="1353" name="Google Shape;1353;p65"/>
          <p:cNvSpPr txBox="1">
            <a:spLocks noGrp="1"/>
          </p:cNvSpPr>
          <p:nvPr>
            <p:ph type="subTitle" idx="1"/>
          </p:nvPr>
        </p:nvSpPr>
        <p:spPr>
          <a:xfrm>
            <a:off x="1754076" y="3007555"/>
            <a:ext cx="5630177" cy="63052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5-tupel, e-sluiting (</a:t>
            </a:r>
            <a:r>
              <a:rPr lang="nl-NL" dirty="0" err="1"/>
              <a:t>eclose</a:t>
            </a:r>
            <a:r>
              <a:rPr lang="nl-NL" dirty="0"/>
              <a:t>), uitgebreide transitiefunctie, taal aanvaard door e-NFA</a:t>
            </a:r>
            <a:endParaRPr dirty="0"/>
          </a:p>
        </p:txBody>
      </p:sp>
      <p:sp>
        <p:nvSpPr>
          <p:cNvPr id="1354" name="Google Shape;1354;p65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2492100" y="1167127"/>
            <a:ext cx="4159800" cy="70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355" name="Google Shape;1355;p65"/>
          <p:cNvSpPr/>
          <p:nvPr/>
        </p:nvSpPr>
        <p:spPr>
          <a:xfrm>
            <a:off x="3655800" y="3866701"/>
            <a:ext cx="1832405" cy="244805"/>
          </a:xfrm>
          <a:custGeom>
            <a:avLst/>
            <a:gdLst/>
            <a:ahLst/>
            <a:cxnLst/>
            <a:rect l="l" t="t" r="r" b="b"/>
            <a:pathLst>
              <a:path w="55866" h="7463" extrusionOk="0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65"/>
          <p:cNvGrpSpPr/>
          <p:nvPr/>
        </p:nvGrpSpPr>
        <p:grpSpPr>
          <a:xfrm rot="10667963">
            <a:off x="7458206" y="1380526"/>
            <a:ext cx="1385983" cy="2705355"/>
            <a:chOff x="409722" y="228600"/>
            <a:chExt cx="1385931" cy="2705253"/>
          </a:xfrm>
        </p:grpSpPr>
        <p:grpSp>
          <p:nvGrpSpPr>
            <p:cNvPr id="1357" name="Google Shape;1357;p65"/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358" name="Google Shape;1358;p65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65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0" name="Google Shape;1360;p65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" name="Google Shape;1361;p65"/>
          <p:cNvGrpSpPr/>
          <p:nvPr/>
        </p:nvGrpSpPr>
        <p:grpSpPr>
          <a:xfrm rot="-230834">
            <a:off x="262018" y="1063686"/>
            <a:ext cx="1386005" cy="2705399"/>
            <a:chOff x="409722" y="228600"/>
            <a:chExt cx="1385931" cy="2705253"/>
          </a:xfrm>
        </p:grpSpPr>
        <p:grpSp>
          <p:nvGrpSpPr>
            <p:cNvPr id="1362" name="Google Shape;1362;p65"/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363" name="Google Shape;1363;p65"/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65"/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5" name="Google Shape;1365;p65"/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6" name="Google Shape;1366;p65">
            <a:hlinkClick r:id="" action="ppaction://hlinkshowjump?jump=previousslide"/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65">
            <a:hlinkClick r:id="" action="ppaction://hlinkshowjump?jump=nextslide"/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r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1413522E-A00F-867D-AA11-D02B34B87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A52F717-E96B-2F69-B064-429CB7F2F517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F6845E3-18BE-1D25-EC4A-7897530B9D29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46BD56C3-93C5-B2ED-7311-4176D6DD2A8A}"/>
              </a:ext>
            </a:extLst>
          </p:cNvPr>
          <p:cNvSpPr txBox="1">
            <a:spLocks/>
          </p:cNvSpPr>
          <p:nvPr/>
        </p:nvSpPr>
        <p:spPr>
          <a:xfrm>
            <a:off x="0" y="430750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7200" dirty="0">
                <a:latin typeface="Aldrich" panose="020B0604020202020204" charset="0"/>
              </a:rPr>
              <a:t>5-tuple</a:t>
            </a:r>
            <a:endParaRPr lang="nl-NL" sz="1600" dirty="0">
              <a:latin typeface="Aldrich" panose="020B0604020202020204" charset="0"/>
            </a:endParaRPr>
          </a:p>
        </p:txBody>
      </p:sp>
      <p:sp>
        <p:nvSpPr>
          <p:cNvPr id="7" name="Google Shape;1098;p62">
            <a:extLst>
              <a:ext uri="{FF2B5EF4-FFF2-40B4-BE49-F238E27FC236}">
                <a16:creationId xmlns:a16="http://schemas.microsoft.com/office/drawing/2014/main" id="{1EED8E66-92D2-CD51-4854-C86EE89EBDDE}"/>
              </a:ext>
            </a:extLst>
          </p:cNvPr>
          <p:cNvSpPr txBox="1">
            <a:spLocks/>
          </p:cNvSpPr>
          <p:nvPr/>
        </p:nvSpPr>
        <p:spPr>
          <a:xfrm>
            <a:off x="0" y="1770748"/>
            <a:ext cx="91440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l-GR" sz="3600" dirty="0">
                <a:latin typeface="Didact Gothic" panose="00000500000000000000" pitchFamily="2" charset="0"/>
              </a:rPr>
              <a:t>(Q, Σ, δ, q0, F)</a:t>
            </a:r>
          </a:p>
        </p:txBody>
      </p:sp>
      <p:sp>
        <p:nvSpPr>
          <p:cNvPr id="8" name="Google Shape;1098;p62">
            <a:extLst>
              <a:ext uri="{FF2B5EF4-FFF2-40B4-BE49-F238E27FC236}">
                <a16:creationId xmlns:a16="http://schemas.microsoft.com/office/drawing/2014/main" id="{525BDC65-AF90-7FC1-2A71-F3EBF3C82027}"/>
              </a:ext>
            </a:extLst>
          </p:cNvPr>
          <p:cNvSpPr txBox="1">
            <a:spLocks/>
          </p:cNvSpPr>
          <p:nvPr/>
        </p:nvSpPr>
        <p:spPr>
          <a:xfrm>
            <a:off x="1773519" y="2765098"/>
            <a:ext cx="5596962" cy="1629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sz="2000" dirty="0">
                <a:latin typeface="Didact Gothic" panose="00000500000000000000" pitchFamily="2" charset="0"/>
              </a:rPr>
              <a:t>Q: de eindige verzameling staten</a:t>
            </a:r>
          </a:p>
          <a:p>
            <a:pPr marL="0" indent="0"/>
            <a:r>
              <a:rPr lang="el-GR" sz="2000" dirty="0">
                <a:latin typeface="Didact Gothic" panose="00000500000000000000" pitchFamily="2" charset="0"/>
              </a:rPr>
              <a:t>Σ: </a:t>
            </a:r>
            <a:r>
              <a:rPr lang="nl-NL" sz="2000" dirty="0">
                <a:latin typeface="Didact Gothic" panose="00000500000000000000" pitchFamily="2" charset="0"/>
              </a:rPr>
              <a:t>het alfabet (= inputsymbolen)</a:t>
            </a:r>
          </a:p>
          <a:p>
            <a:pPr marL="0" indent="0"/>
            <a:r>
              <a:rPr lang="el-GR" sz="2000" dirty="0">
                <a:latin typeface="Didact Gothic" panose="00000500000000000000" pitchFamily="2" charset="0"/>
              </a:rPr>
              <a:t>δ</a:t>
            </a:r>
            <a:r>
              <a:rPr lang="en-US" sz="2000" dirty="0">
                <a:latin typeface="Didact Gothic" panose="00000500000000000000" pitchFamily="2" charset="0"/>
              </a:rPr>
              <a:t>: de </a:t>
            </a:r>
            <a:r>
              <a:rPr lang="en-US" sz="2000" dirty="0" err="1">
                <a:latin typeface="Didact Gothic" panose="00000500000000000000" pitchFamily="2" charset="0"/>
              </a:rPr>
              <a:t>transitiefunctie</a:t>
            </a:r>
            <a:endParaRPr lang="en-US" sz="2000" dirty="0">
              <a:latin typeface="Didact Gothic" panose="00000500000000000000" pitchFamily="2" charset="0"/>
            </a:endParaRPr>
          </a:p>
          <a:p>
            <a:pPr marL="0" indent="0"/>
            <a:r>
              <a:rPr lang="en-US" sz="2000" dirty="0">
                <a:latin typeface="Didact Gothic" panose="00000500000000000000" pitchFamily="2" charset="0"/>
              </a:rPr>
              <a:t>q0: de </a:t>
            </a:r>
            <a:r>
              <a:rPr lang="en-US" sz="2000" dirty="0" err="1">
                <a:latin typeface="Didact Gothic" panose="00000500000000000000" pitchFamily="2" charset="0"/>
              </a:rPr>
              <a:t>startstaat</a:t>
            </a:r>
            <a:r>
              <a:rPr lang="en-US" sz="2000" dirty="0">
                <a:latin typeface="Didact Gothic" panose="00000500000000000000" pitchFamily="2" charset="0"/>
              </a:rPr>
              <a:t> ∈ Q</a:t>
            </a:r>
          </a:p>
          <a:p>
            <a:pPr marL="0" indent="0"/>
            <a:r>
              <a:rPr lang="en-US" sz="2000" dirty="0">
                <a:latin typeface="Didact Gothic" panose="00000500000000000000" pitchFamily="2" charset="0"/>
              </a:rPr>
              <a:t>F: </a:t>
            </a:r>
            <a:r>
              <a:rPr lang="nl-NL" sz="2000" dirty="0">
                <a:latin typeface="Didact Gothic" panose="00000500000000000000" pitchFamily="2" charset="0"/>
              </a:rPr>
              <a:t>de verzameling eindstaten ⊆ Q</a:t>
            </a:r>
            <a:endParaRPr lang="el-GR" sz="2000" dirty="0">
              <a:latin typeface="Didact Gothic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06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C6BFD216-818A-93CA-E90F-2E3910934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F0F5420-870A-68B9-045F-AABE09433059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A5FF6D2-B44F-7D90-4C49-42179B3D3B93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08EE00FD-5F19-3116-8F78-55265DD0D659}"/>
              </a:ext>
            </a:extLst>
          </p:cNvPr>
          <p:cNvSpPr txBox="1">
            <a:spLocks/>
          </p:cNvSpPr>
          <p:nvPr/>
        </p:nvSpPr>
        <p:spPr>
          <a:xfrm>
            <a:off x="0" y="430750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7200" dirty="0">
                <a:latin typeface="Aldrich" panose="020B0604020202020204" charset="0"/>
              </a:rPr>
              <a:t>E-Close</a:t>
            </a:r>
            <a:endParaRPr lang="nl-NL" sz="1600" dirty="0">
              <a:latin typeface="Aldrich" panose="020B0604020202020204" charset="0"/>
            </a:endParaRPr>
          </a:p>
        </p:txBody>
      </p:sp>
      <p:sp>
        <p:nvSpPr>
          <p:cNvPr id="7" name="Google Shape;1098;p62">
            <a:extLst>
              <a:ext uri="{FF2B5EF4-FFF2-40B4-BE49-F238E27FC236}">
                <a16:creationId xmlns:a16="http://schemas.microsoft.com/office/drawing/2014/main" id="{3C8E3D29-73B9-ADB2-9716-FA5AA3E350C8}"/>
              </a:ext>
            </a:extLst>
          </p:cNvPr>
          <p:cNvSpPr txBox="1">
            <a:spLocks/>
          </p:cNvSpPr>
          <p:nvPr/>
        </p:nvSpPr>
        <p:spPr>
          <a:xfrm>
            <a:off x="505325" y="1736372"/>
            <a:ext cx="8133349" cy="9174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2000" dirty="0">
                <a:latin typeface="Didact Gothic" panose="00000500000000000000" pitchFamily="2" charset="0"/>
              </a:rPr>
              <a:t>De ε-sluiting van een toestand is de set van alle toestanden die vanuit die toestand bereikt kunnen worden door alleen ε-transities te volgen, inclusief de toestand zelf.</a:t>
            </a:r>
            <a:endParaRPr lang="el-GR" sz="2000" dirty="0">
              <a:latin typeface="Didact Gothic" panose="00000500000000000000" pitchFamily="2" charset="0"/>
            </a:endParaRPr>
          </a:p>
        </p:txBody>
      </p:sp>
      <p:sp>
        <p:nvSpPr>
          <p:cNvPr id="2" name="Google Shape;1098;p62">
            <a:extLst>
              <a:ext uri="{FF2B5EF4-FFF2-40B4-BE49-F238E27FC236}">
                <a16:creationId xmlns:a16="http://schemas.microsoft.com/office/drawing/2014/main" id="{43721F5C-CDE8-9D6F-79CE-E78927ECF7BE}"/>
              </a:ext>
            </a:extLst>
          </p:cNvPr>
          <p:cNvSpPr txBox="1">
            <a:spLocks/>
          </p:cNvSpPr>
          <p:nvPr/>
        </p:nvSpPr>
        <p:spPr>
          <a:xfrm>
            <a:off x="570672" y="2921904"/>
            <a:ext cx="3207050" cy="577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US" sz="2400" b="1" dirty="0" err="1">
                <a:latin typeface="Didact Gothic" panose="00000500000000000000" pitchFamily="2" charset="0"/>
              </a:rPr>
              <a:t>Inductieve</a:t>
            </a:r>
            <a:r>
              <a:rPr lang="en-US" sz="2400" b="1" dirty="0">
                <a:latin typeface="Didact Gothic" panose="00000500000000000000" pitchFamily="2" charset="0"/>
              </a:rPr>
              <a:t> </a:t>
            </a:r>
            <a:r>
              <a:rPr lang="en-US" sz="2400" b="1" dirty="0" err="1">
                <a:latin typeface="Didact Gothic" panose="00000500000000000000" pitchFamily="2" charset="0"/>
              </a:rPr>
              <a:t>Definitie</a:t>
            </a:r>
            <a:endParaRPr lang="el-GR" sz="2400" b="1" dirty="0">
              <a:latin typeface="Didact Gothic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64C7075B-8847-F249-577C-5709DB5ABE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672" y="3367321"/>
                <a:ext cx="6627650" cy="139718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000" u="sng" dirty="0">
                    <a:latin typeface="Didact Gothic" panose="00000500000000000000" pitchFamily="2" charset="0"/>
                  </a:rPr>
                  <a:t>Basis</a:t>
                </a:r>
                <a:r>
                  <a:rPr lang="nl-NL" sz="2000" dirty="0">
                    <a:latin typeface="Didact Gothic" panose="00000500000000000000" pitchFamily="2" charset="0"/>
                  </a:rPr>
                  <a:t>: q ∈ ECLOSE(q)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000" u="sng" dirty="0">
                    <a:latin typeface="Didact Gothic" panose="00000500000000000000" pitchFamily="2" charset="0"/>
                  </a:rPr>
                  <a:t>Inductie</a:t>
                </a:r>
                <a:r>
                  <a:rPr lang="nl-NL" sz="2000" dirty="0">
                    <a:latin typeface="Didact Gothic" panose="00000500000000000000" pitchFamily="2" charset="0"/>
                  </a:rPr>
                  <a:t>: </a:t>
                </a:r>
                <a:r>
                  <a:rPr lang="nl-NL" sz="20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p ∈ ECLOSE(q) </a:t>
                </a:r>
                <a:r>
                  <a:rPr lang="nl-NL" sz="2000" dirty="0">
                    <a:latin typeface="Didact Gothic" panose="00000500000000000000" pitchFamily="2" charset="0"/>
                  </a:rPr>
                  <a:t>en </a:t>
                </a:r>
                <a:r>
                  <a:rPr lang="nl-NL" sz="20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r ∈ </a:t>
                </a:r>
                <a:r>
                  <a:rPr lang="el-GR" sz="20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δ(</a:t>
                </a:r>
                <a:r>
                  <a:rPr lang="nl-NL" sz="20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p, </a:t>
                </a:r>
                <a:r>
                  <a:rPr lang="el-GR" sz="20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ϵ)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l-GR" sz="2000" dirty="0">
                    <a:latin typeface="Didact Gothic" panose="00000500000000000000" pitchFamily="2" charset="0"/>
                  </a:rPr>
                  <a:t>⇒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nl-NL" sz="2000" b="1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r ∈ ECLOSE(q)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000" u="sng" dirty="0">
                    <a:latin typeface="Didact Gothic" panose="00000500000000000000" pitchFamily="2" charset="0"/>
                  </a:rPr>
                  <a:t>Definitie voor sets</a:t>
                </a:r>
                <a:r>
                  <a:rPr lang="nl-NL" sz="2000" dirty="0">
                    <a:latin typeface="Didact Gothic" panose="00000500000000000000" pitchFamily="2" charset="0"/>
                  </a:rPr>
                  <a:t>: </a:t>
                </a:r>
                <a:r>
                  <a:rPr lang="en-US" sz="2000" dirty="0">
                    <a:latin typeface="Didact Gothic" panose="00000500000000000000" pitchFamily="2" charset="0"/>
                  </a:rPr>
                  <a:t>ECLOSE(S)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∊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e>
                    </m:nary>
                  </m:oMath>
                </a14:m>
                <a:endParaRPr lang="el-GR" sz="2000" b="1" dirty="0">
                  <a:solidFill>
                    <a:schemeClr val="tx2">
                      <a:lumMod val="25000"/>
                    </a:schemeClr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64C7075B-8847-F249-577C-5709DB5AB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72" y="3367321"/>
                <a:ext cx="6627650" cy="1397184"/>
              </a:xfrm>
              <a:prstGeom prst="rect">
                <a:avLst/>
              </a:prstGeom>
              <a:blipFill>
                <a:blip r:embed="rId3"/>
                <a:stretch>
                  <a:fillRect l="-828" b="-1652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35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BD590622-FE77-237D-7DA6-D45E5C1A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640733C-8705-1A9F-A616-8B92049825FE}"/>
              </a:ext>
            </a:extLst>
          </p:cNvPr>
          <p:cNvSpPr/>
          <p:nvPr/>
        </p:nvSpPr>
        <p:spPr>
          <a:xfrm>
            <a:off x="7572481" y="2100925"/>
            <a:ext cx="688981" cy="68898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EEBFA29-A79A-9872-B5BC-6D8F7541B782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A1FFFFC-54BD-C29B-0F3F-EE9B11777E9C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CE9D88C4-4874-6A6F-EE59-DB3A1DE122EF}"/>
              </a:ext>
            </a:extLst>
          </p:cNvPr>
          <p:cNvSpPr txBox="1">
            <a:spLocks/>
          </p:cNvSpPr>
          <p:nvPr/>
        </p:nvSpPr>
        <p:spPr>
          <a:xfrm>
            <a:off x="0" y="430750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7200" dirty="0">
                <a:latin typeface="Aldrich" panose="020B0604020202020204" charset="0"/>
              </a:rPr>
              <a:t>E-Close</a:t>
            </a:r>
            <a:endParaRPr lang="nl-NL" sz="1600" dirty="0">
              <a:latin typeface="Aldrich" panose="020B0604020202020204" charset="0"/>
            </a:endParaRPr>
          </a:p>
        </p:txBody>
      </p:sp>
      <p:sp>
        <p:nvSpPr>
          <p:cNvPr id="3" name="Google Shape;1098;p62">
            <a:extLst>
              <a:ext uri="{FF2B5EF4-FFF2-40B4-BE49-F238E27FC236}">
                <a16:creationId xmlns:a16="http://schemas.microsoft.com/office/drawing/2014/main" id="{2562CE5A-8FC2-E4FF-DE98-3D8EE62A6A89}"/>
              </a:ext>
            </a:extLst>
          </p:cNvPr>
          <p:cNvSpPr txBox="1">
            <a:spLocks/>
          </p:cNvSpPr>
          <p:nvPr/>
        </p:nvSpPr>
        <p:spPr>
          <a:xfrm>
            <a:off x="566075" y="1703615"/>
            <a:ext cx="6627650" cy="6692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 sz="2800" dirty="0">
                <a:solidFill>
                  <a:schemeClr val="tx2">
                    <a:lumMod val="10000"/>
                  </a:schemeClr>
                </a:solidFill>
                <a:latin typeface="Didact Gothic" panose="00000500000000000000" pitchFamily="2" charset="0"/>
              </a:rPr>
              <a:t>Voorbeeld</a:t>
            </a:r>
            <a:endParaRPr lang="el-GR" sz="2800" b="1" dirty="0">
              <a:solidFill>
                <a:schemeClr val="tx2">
                  <a:lumMod val="10000"/>
                </a:schemeClr>
              </a:solidFill>
              <a:latin typeface="Didact Gothic" panose="000005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31E31B-AEE7-8368-1D0B-25B4A0ED468B}"/>
              </a:ext>
            </a:extLst>
          </p:cNvPr>
          <p:cNvSpPr/>
          <p:nvPr/>
        </p:nvSpPr>
        <p:spPr>
          <a:xfrm>
            <a:off x="4922635" y="2157295"/>
            <a:ext cx="576243" cy="5762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q0</a:t>
            </a:r>
            <a:endParaRPr lang="nl-NL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1A266F-B2C7-6B35-3D1D-93122574FDAB}"/>
              </a:ext>
            </a:extLst>
          </p:cNvPr>
          <p:cNvSpPr/>
          <p:nvPr/>
        </p:nvSpPr>
        <p:spPr>
          <a:xfrm>
            <a:off x="6275743" y="2157295"/>
            <a:ext cx="576243" cy="5762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q1</a:t>
            </a:r>
            <a:endParaRPr lang="nl-NL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7E5567B-488E-95E4-C543-50F286C2E2EF}"/>
              </a:ext>
            </a:extLst>
          </p:cNvPr>
          <p:cNvSpPr/>
          <p:nvPr/>
        </p:nvSpPr>
        <p:spPr>
          <a:xfrm>
            <a:off x="7628851" y="2157295"/>
            <a:ext cx="576243" cy="5762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q2</a:t>
            </a:r>
            <a:endParaRPr lang="nl-N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D68CE4-D90C-9A14-3C20-FD9617A0FF83}"/>
              </a:ext>
            </a:extLst>
          </p:cNvPr>
          <p:cNvCxnSpPr>
            <a:endCxn id="9" idx="2"/>
          </p:cNvCxnSpPr>
          <p:nvPr/>
        </p:nvCxnSpPr>
        <p:spPr>
          <a:xfrm>
            <a:off x="4475747" y="2445415"/>
            <a:ext cx="44688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828C649-9D03-ADC1-182B-D4264D967464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5498878" y="2445417"/>
            <a:ext cx="7768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9BCEFE-C885-FFB7-AFDE-9FA0736F9C90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 flipV="1">
            <a:off x="6851986" y="2445416"/>
            <a:ext cx="7204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3B36B5AA-8A45-C28F-EB4D-5F6ACF209A61}"/>
              </a:ext>
            </a:extLst>
          </p:cNvPr>
          <p:cNvCxnSpPr>
            <a:stCxn id="9" idx="1"/>
            <a:endCxn id="9" idx="7"/>
          </p:cNvCxnSpPr>
          <p:nvPr/>
        </p:nvCxnSpPr>
        <p:spPr>
          <a:xfrm rot="5400000" flipH="1" flipV="1">
            <a:off x="5210756" y="2037952"/>
            <a:ext cx="12700" cy="407465"/>
          </a:xfrm>
          <a:prstGeom prst="curvedConnector3">
            <a:avLst>
              <a:gd name="adj1" fmla="val 2464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87E6876F-29AD-0403-A60C-8675E2E56448}"/>
              </a:ext>
            </a:extLst>
          </p:cNvPr>
          <p:cNvCxnSpPr>
            <a:stCxn id="10" idx="1"/>
            <a:endCxn id="10" idx="7"/>
          </p:cNvCxnSpPr>
          <p:nvPr/>
        </p:nvCxnSpPr>
        <p:spPr>
          <a:xfrm rot="5400000" flipH="1" flipV="1">
            <a:off x="6563864" y="2037952"/>
            <a:ext cx="12700" cy="407465"/>
          </a:xfrm>
          <a:prstGeom prst="curvedConnector3">
            <a:avLst>
              <a:gd name="adj1" fmla="val 2464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65F27196-D51F-057B-33D8-7964EC716141}"/>
              </a:ext>
            </a:extLst>
          </p:cNvPr>
          <p:cNvCxnSpPr>
            <a:stCxn id="12" idx="1"/>
            <a:endCxn id="12" idx="7"/>
          </p:cNvCxnSpPr>
          <p:nvPr/>
        </p:nvCxnSpPr>
        <p:spPr>
          <a:xfrm rot="5400000" flipH="1" flipV="1">
            <a:off x="7916971" y="1958233"/>
            <a:ext cx="12700" cy="487183"/>
          </a:xfrm>
          <a:prstGeom prst="curvedConnector3">
            <a:avLst>
              <a:gd name="adj1" fmla="val 2594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1098;p62">
            <a:extLst>
              <a:ext uri="{FF2B5EF4-FFF2-40B4-BE49-F238E27FC236}">
                <a16:creationId xmlns:a16="http://schemas.microsoft.com/office/drawing/2014/main" id="{BBD26E28-31BF-3255-3B05-DD8F58FBB898}"/>
              </a:ext>
            </a:extLst>
          </p:cNvPr>
          <p:cNvSpPr txBox="1">
            <a:spLocks/>
          </p:cNvSpPr>
          <p:nvPr/>
        </p:nvSpPr>
        <p:spPr>
          <a:xfrm>
            <a:off x="4650619" y="1598296"/>
            <a:ext cx="1132974" cy="430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dirty="0">
                <a:latin typeface="Didact Gothic" panose="00000500000000000000" pitchFamily="2" charset="0"/>
              </a:rPr>
              <a:t>x</a:t>
            </a:r>
            <a:endParaRPr lang="el-GR" b="1" dirty="0">
              <a:solidFill>
                <a:schemeClr val="tx2">
                  <a:lumMod val="25000"/>
                </a:schemeClr>
              </a:solidFill>
              <a:latin typeface="Didact Gothic" panose="00000500000000000000" pitchFamily="2" charset="0"/>
            </a:endParaRPr>
          </a:p>
        </p:txBody>
      </p:sp>
      <p:sp>
        <p:nvSpPr>
          <p:cNvPr id="26" name="Google Shape;1098;p62">
            <a:extLst>
              <a:ext uri="{FF2B5EF4-FFF2-40B4-BE49-F238E27FC236}">
                <a16:creationId xmlns:a16="http://schemas.microsoft.com/office/drawing/2014/main" id="{A2A68296-F24D-6142-814E-49B64DF4CD70}"/>
              </a:ext>
            </a:extLst>
          </p:cNvPr>
          <p:cNvSpPr txBox="1">
            <a:spLocks/>
          </p:cNvSpPr>
          <p:nvPr/>
        </p:nvSpPr>
        <p:spPr>
          <a:xfrm>
            <a:off x="6003727" y="1598296"/>
            <a:ext cx="1132974" cy="430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dirty="0">
                <a:latin typeface="Didact Gothic" panose="00000500000000000000" pitchFamily="2" charset="0"/>
              </a:rPr>
              <a:t>y</a:t>
            </a:r>
            <a:endParaRPr lang="el-GR" b="1" dirty="0">
              <a:solidFill>
                <a:schemeClr val="tx2">
                  <a:lumMod val="25000"/>
                </a:schemeClr>
              </a:solidFill>
              <a:latin typeface="Didact Gothic" panose="00000500000000000000" pitchFamily="2" charset="0"/>
            </a:endParaRPr>
          </a:p>
        </p:txBody>
      </p:sp>
      <p:sp>
        <p:nvSpPr>
          <p:cNvPr id="27" name="Google Shape;1098;p62">
            <a:extLst>
              <a:ext uri="{FF2B5EF4-FFF2-40B4-BE49-F238E27FC236}">
                <a16:creationId xmlns:a16="http://schemas.microsoft.com/office/drawing/2014/main" id="{54E18C29-F4DB-C6F3-BD68-96702B97C77C}"/>
              </a:ext>
            </a:extLst>
          </p:cNvPr>
          <p:cNvSpPr txBox="1">
            <a:spLocks/>
          </p:cNvSpPr>
          <p:nvPr/>
        </p:nvSpPr>
        <p:spPr>
          <a:xfrm>
            <a:off x="7356835" y="1533093"/>
            <a:ext cx="1132974" cy="430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dirty="0" err="1">
                <a:latin typeface="Didact Gothic" panose="00000500000000000000" pitchFamily="2" charset="0"/>
              </a:rPr>
              <a:t>z</a:t>
            </a:r>
            <a:endParaRPr lang="el-GR" b="1" dirty="0">
              <a:solidFill>
                <a:schemeClr val="tx2">
                  <a:lumMod val="25000"/>
                </a:schemeClr>
              </a:solidFill>
              <a:latin typeface="Didact Gothic" panose="00000500000000000000" pitchFamily="2" charset="0"/>
            </a:endParaRPr>
          </a:p>
        </p:txBody>
      </p:sp>
      <p:sp>
        <p:nvSpPr>
          <p:cNvPr id="28" name="Google Shape;1098;p62">
            <a:extLst>
              <a:ext uri="{FF2B5EF4-FFF2-40B4-BE49-F238E27FC236}">
                <a16:creationId xmlns:a16="http://schemas.microsoft.com/office/drawing/2014/main" id="{0905C7BF-5225-CFCB-FD06-AE8A37ECF3E7}"/>
              </a:ext>
            </a:extLst>
          </p:cNvPr>
          <p:cNvSpPr txBox="1">
            <a:spLocks/>
          </p:cNvSpPr>
          <p:nvPr/>
        </p:nvSpPr>
        <p:spPr>
          <a:xfrm>
            <a:off x="5293126" y="2052130"/>
            <a:ext cx="1132974" cy="430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l-GR" dirty="0">
                <a:latin typeface="Didact Gothic" panose="00000500000000000000" pitchFamily="2" charset="0"/>
              </a:rPr>
              <a:t>ϵ</a:t>
            </a:r>
            <a:endParaRPr lang="el-GR" b="1" dirty="0">
              <a:solidFill>
                <a:schemeClr val="tx2">
                  <a:lumMod val="25000"/>
                </a:schemeClr>
              </a:solidFill>
              <a:latin typeface="Didact Gothic" panose="00000500000000000000" pitchFamily="2" charset="0"/>
            </a:endParaRPr>
          </a:p>
        </p:txBody>
      </p:sp>
      <p:sp>
        <p:nvSpPr>
          <p:cNvPr id="29" name="Google Shape;1098;p62">
            <a:extLst>
              <a:ext uri="{FF2B5EF4-FFF2-40B4-BE49-F238E27FC236}">
                <a16:creationId xmlns:a16="http://schemas.microsoft.com/office/drawing/2014/main" id="{7D086350-4C94-56FB-F9C1-0CBFE51023F8}"/>
              </a:ext>
            </a:extLst>
          </p:cNvPr>
          <p:cNvSpPr txBox="1">
            <a:spLocks/>
          </p:cNvSpPr>
          <p:nvPr/>
        </p:nvSpPr>
        <p:spPr>
          <a:xfrm>
            <a:off x="6645259" y="2032609"/>
            <a:ext cx="1132974" cy="4308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l-GR" dirty="0">
                <a:latin typeface="Didact Gothic" panose="00000500000000000000" pitchFamily="2" charset="0"/>
              </a:rPr>
              <a:t>ϵ</a:t>
            </a:r>
            <a:endParaRPr lang="el-GR" b="1" dirty="0">
              <a:solidFill>
                <a:schemeClr val="tx2">
                  <a:lumMod val="25000"/>
                </a:schemeClr>
              </a:solidFill>
              <a:latin typeface="Didact Gothic" panose="00000500000000000000" pitchFamily="2" charset="0"/>
            </a:endParaRPr>
          </a:p>
        </p:txBody>
      </p:sp>
      <p:sp>
        <p:nvSpPr>
          <p:cNvPr id="30" name="Google Shape;1098;p62">
            <a:extLst>
              <a:ext uri="{FF2B5EF4-FFF2-40B4-BE49-F238E27FC236}">
                <a16:creationId xmlns:a16="http://schemas.microsoft.com/office/drawing/2014/main" id="{96D9D6E3-3774-4121-6CF4-51787D569DD3}"/>
              </a:ext>
            </a:extLst>
          </p:cNvPr>
          <p:cNvSpPr txBox="1">
            <a:spLocks/>
          </p:cNvSpPr>
          <p:nvPr/>
        </p:nvSpPr>
        <p:spPr>
          <a:xfrm>
            <a:off x="570368" y="2660842"/>
            <a:ext cx="6627650" cy="1892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2">
                    <a:lumMod val="10000"/>
                  </a:schemeClr>
                </a:solidFill>
                <a:latin typeface="Didact Gothic" panose="00000500000000000000" pitchFamily="2" charset="0"/>
              </a:rPr>
              <a:t>ECLOSE(q0) = {q0, q1, q2}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2">
                    <a:lumMod val="10000"/>
                  </a:schemeClr>
                </a:solidFill>
                <a:latin typeface="Didact Gothic" panose="00000500000000000000" pitchFamily="2" charset="0"/>
              </a:rPr>
              <a:t>ECLOSE(q1) = {q1, q2}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>
                <a:solidFill>
                  <a:schemeClr val="tx2">
                    <a:lumMod val="10000"/>
                  </a:schemeClr>
                </a:solidFill>
                <a:latin typeface="Didact Gothic" panose="00000500000000000000" pitchFamily="2" charset="0"/>
              </a:rPr>
              <a:t>ECLOSE(q2) = {q2}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800" dirty="0">
              <a:solidFill>
                <a:schemeClr val="tx2">
                  <a:lumMod val="10000"/>
                </a:schemeClr>
              </a:solidFill>
              <a:latin typeface="Didact Gothic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l-GR" sz="2800" b="1" dirty="0">
              <a:solidFill>
                <a:schemeClr val="tx2">
                  <a:lumMod val="10000"/>
                </a:schemeClr>
              </a:solidFill>
              <a:latin typeface="Didact Gothic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85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1773955F-B01E-C073-1D54-BC2CC5AC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48D3547-6410-417D-E39D-2F07E9395933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7CB6A51-B8D2-C2D9-46C4-604C86BFA57A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80249357-601C-890A-2DA2-33A9FF4CD993}"/>
              </a:ext>
            </a:extLst>
          </p:cNvPr>
          <p:cNvSpPr txBox="1">
            <a:spLocks/>
          </p:cNvSpPr>
          <p:nvPr/>
        </p:nvSpPr>
        <p:spPr>
          <a:xfrm>
            <a:off x="0" y="430750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7200" dirty="0">
                <a:latin typeface="Aldrich" panose="020B0604020202020204" charset="0"/>
              </a:rPr>
              <a:t>E-Close</a:t>
            </a:r>
            <a:endParaRPr lang="nl-NL" sz="1600" dirty="0">
              <a:latin typeface="Aldrich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F33872A8-FF8F-8902-5A8C-F2ED4E5E4A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133" y="1666483"/>
                <a:ext cx="7923734" cy="66926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nl-NL" sz="2800" u="sng" dirty="0">
                    <a:latin typeface="Didact Gothic" panose="00000500000000000000" pitchFamily="2" charset="0"/>
                  </a:rPr>
                  <a:t>Definitie voor sets</a:t>
                </a:r>
                <a:r>
                  <a:rPr lang="nl-NL" sz="2800" dirty="0">
                    <a:latin typeface="Didact Gothic" panose="00000500000000000000" pitchFamily="2" charset="0"/>
                  </a:rPr>
                  <a:t>: </a:t>
                </a:r>
                <a:r>
                  <a:rPr lang="en-US" sz="2800" dirty="0">
                    <a:latin typeface="Didact Gothic" panose="00000500000000000000" pitchFamily="2" charset="0"/>
                  </a:rPr>
                  <a:t>ECLOSE(S)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∊</m:t>
                        </m:r>
                        <m:r>
                          <m:rPr>
                            <m:nor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Didact Gothic" panose="00000500000000000000" pitchFamily="2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Didact Gothic" panose="00000500000000000000" pitchFamily="2" charset="0"/>
                          </a:rPr>
                          <m:t>)</m:t>
                        </m:r>
                      </m:e>
                    </m:nary>
                  </m:oMath>
                </a14:m>
                <a:endParaRPr lang="el-GR" sz="2800" b="1" dirty="0">
                  <a:solidFill>
                    <a:schemeClr val="tx2">
                      <a:lumMod val="10000"/>
                    </a:schemeClr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F33872A8-FF8F-8902-5A8C-F2ED4E5E4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3" y="1666483"/>
                <a:ext cx="7923734" cy="669260"/>
              </a:xfrm>
              <a:prstGeom prst="rect">
                <a:avLst/>
              </a:prstGeom>
              <a:blipFill>
                <a:blip r:embed="rId3"/>
                <a:stretch>
                  <a:fillRect t="-2727" b="-10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Google Shape;1098;p62">
            <a:extLst>
              <a:ext uri="{FF2B5EF4-FFF2-40B4-BE49-F238E27FC236}">
                <a16:creationId xmlns:a16="http://schemas.microsoft.com/office/drawing/2014/main" id="{6A800748-FC5A-FF57-7908-B94EEFD30925}"/>
              </a:ext>
            </a:extLst>
          </p:cNvPr>
          <p:cNvSpPr txBox="1">
            <a:spLocks/>
          </p:cNvSpPr>
          <p:nvPr/>
        </p:nvSpPr>
        <p:spPr>
          <a:xfrm>
            <a:off x="570672" y="2571748"/>
            <a:ext cx="6627650" cy="23530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>
                <a:solidFill>
                  <a:schemeClr val="tx2">
                    <a:lumMod val="10000"/>
                  </a:schemeClr>
                </a:solidFill>
                <a:latin typeface="Didact Gothic" panose="00000500000000000000" pitchFamily="2" charset="0"/>
              </a:rPr>
              <a:t>S = {q0, q1, q2}</a:t>
            </a:r>
          </a:p>
          <a:p>
            <a:endParaRPr lang="en-US" sz="2800" dirty="0">
              <a:solidFill>
                <a:schemeClr val="tx2">
                  <a:lumMod val="10000"/>
                </a:schemeClr>
              </a:solidFill>
              <a:latin typeface="Didact Gothic" panose="00000500000000000000" pitchFamily="2" charset="0"/>
            </a:endParaRPr>
          </a:p>
          <a:p>
            <a:endParaRPr lang="en-US" sz="2800" dirty="0">
              <a:solidFill>
                <a:schemeClr val="tx2">
                  <a:lumMod val="10000"/>
                </a:schemeClr>
              </a:solidFill>
              <a:latin typeface="Didact Gothic" panose="00000500000000000000" pitchFamily="2" charset="0"/>
            </a:endParaRPr>
          </a:p>
          <a:p>
            <a:r>
              <a:rPr lang="en-US" sz="2800" dirty="0">
                <a:latin typeface="Didact Gothic" panose="00000500000000000000" pitchFamily="2" charset="0"/>
              </a:rPr>
              <a:t>ECLOSE(S)</a:t>
            </a:r>
            <a:r>
              <a:rPr lang="en-US" sz="2800" dirty="0">
                <a:solidFill>
                  <a:schemeClr val="tx2">
                    <a:lumMod val="10000"/>
                  </a:schemeClr>
                </a:solidFill>
                <a:latin typeface="Didact Gothic" panose="00000500000000000000" pitchFamily="2" charset="0"/>
              </a:rPr>
              <a:t> = {q0, q1, q2, q3, q4, q5}</a:t>
            </a:r>
            <a:endParaRPr lang="en-US" sz="2800" b="1" dirty="0">
              <a:solidFill>
                <a:schemeClr val="tx2">
                  <a:lumMod val="10000"/>
                </a:schemeClr>
              </a:solidFill>
              <a:latin typeface="Didact Gothic" panose="00000500000000000000" pitchFamily="2" charset="0"/>
            </a:endParaRPr>
          </a:p>
        </p:txBody>
      </p:sp>
      <p:sp>
        <p:nvSpPr>
          <p:cNvPr id="2" name="Google Shape;1098;p62">
            <a:extLst>
              <a:ext uri="{FF2B5EF4-FFF2-40B4-BE49-F238E27FC236}">
                <a16:creationId xmlns:a16="http://schemas.microsoft.com/office/drawing/2014/main" id="{0F5EF6BB-01C8-9054-E0D9-9DCC51B4B5AF}"/>
              </a:ext>
            </a:extLst>
          </p:cNvPr>
          <p:cNvSpPr txBox="1">
            <a:spLocks/>
          </p:cNvSpPr>
          <p:nvPr/>
        </p:nvSpPr>
        <p:spPr>
          <a:xfrm>
            <a:off x="4315297" y="2571748"/>
            <a:ext cx="6627650" cy="23530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solidFill>
                  <a:schemeClr val="accent6">
                    <a:lumMod val="25000"/>
                  </a:schemeClr>
                </a:solidFill>
                <a:latin typeface="Didact Gothic" panose="00000500000000000000" pitchFamily="2" charset="0"/>
              </a:rPr>
              <a:t>ECLOSE(q0) = {q0, q2, q4}</a:t>
            </a:r>
          </a:p>
          <a:p>
            <a:r>
              <a:rPr lang="en-US" sz="2400" dirty="0">
                <a:solidFill>
                  <a:schemeClr val="accent6">
                    <a:lumMod val="25000"/>
                  </a:schemeClr>
                </a:solidFill>
                <a:latin typeface="Didact Gothic" panose="00000500000000000000" pitchFamily="2" charset="0"/>
              </a:rPr>
              <a:t>ECLOSE(q1) = {q1, q3, q4}</a:t>
            </a:r>
          </a:p>
          <a:p>
            <a:r>
              <a:rPr lang="en-US" sz="2400" dirty="0">
                <a:solidFill>
                  <a:schemeClr val="accent6">
                    <a:lumMod val="25000"/>
                  </a:schemeClr>
                </a:solidFill>
                <a:latin typeface="Didact Gothic" panose="00000500000000000000" pitchFamily="2" charset="0"/>
              </a:rPr>
              <a:t>ECLOSE(q2) = {q2, q5}</a:t>
            </a:r>
            <a:endParaRPr lang="en-US" sz="2800" dirty="0">
              <a:solidFill>
                <a:schemeClr val="accent6">
                  <a:lumMod val="25000"/>
                </a:schemeClr>
              </a:solidFill>
              <a:latin typeface="Didact Gothic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110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CBA389D5-A8E9-E7A4-CDFD-758504B9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9749A1C-8EB9-908D-F1A8-B9C3E637E154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047B870-EC14-A583-645B-87AADC869473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2C1117E9-04C9-F45E-E3C1-211548E6D2E1}"/>
              </a:ext>
            </a:extLst>
          </p:cNvPr>
          <p:cNvSpPr txBox="1">
            <a:spLocks/>
          </p:cNvSpPr>
          <p:nvPr/>
        </p:nvSpPr>
        <p:spPr>
          <a:xfrm>
            <a:off x="0" y="430750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6000" dirty="0">
                <a:latin typeface="Aldrich" panose="020B0604020202020204" charset="0"/>
              </a:rPr>
              <a:t>Transitiefunctie</a:t>
            </a:r>
            <a:endParaRPr lang="nl-NL" sz="1200" dirty="0">
              <a:latin typeface="Aldrich" panose="020B0604020202020204" charset="0"/>
            </a:endParaRPr>
          </a:p>
        </p:txBody>
      </p:sp>
      <p:sp>
        <p:nvSpPr>
          <p:cNvPr id="7" name="Google Shape;1098;p62">
            <a:extLst>
              <a:ext uri="{FF2B5EF4-FFF2-40B4-BE49-F238E27FC236}">
                <a16:creationId xmlns:a16="http://schemas.microsoft.com/office/drawing/2014/main" id="{FDE2B161-117D-1D3E-17CA-335D568BD26E}"/>
              </a:ext>
            </a:extLst>
          </p:cNvPr>
          <p:cNvSpPr txBox="1">
            <a:spLocks/>
          </p:cNvSpPr>
          <p:nvPr/>
        </p:nvSpPr>
        <p:spPr>
          <a:xfrm>
            <a:off x="0" y="1268860"/>
            <a:ext cx="91440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l-GR" sz="3600" dirty="0">
                <a:latin typeface="Didact Gothic" panose="00000500000000000000" pitchFamily="2" charset="0"/>
              </a:rPr>
              <a:t>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6E33FDA1-53BE-0315-3E73-5A662315C3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3519" y="2071779"/>
                <a:ext cx="5596962" cy="747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:r>
                  <a:rPr lang="nl-NL" sz="3600" dirty="0">
                    <a:latin typeface="Didact Gothic" panose="00000500000000000000" pitchFamily="2" charset="0"/>
                  </a:rPr>
                  <a:t>(Q × </a:t>
                </a:r>
                <a:r>
                  <a:rPr lang="el-GR" sz="3600" dirty="0">
                    <a:latin typeface="Didact Gothic" panose="00000500000000000000" pitchFamily="2" charset="0"/>
                  </a:rPr>
                  <a:t>Σ</a:t>
                </a:r>
                <a:r>
                  <a:rPr lang="en-US" sz="3600" dirty="0">
                    <a:latin typeface="Didact Gothic" panose="00000500000000000000" pitchFamily="2" charset="0"/>
                  </a:rPr>
                  <a:t> U {</a:t>
                </a:r>
                <a:r>
                  <a:rPr lang="el-GR" sz="3600" dirty="0">
                    <a:latin typeface="Didact Gothic" panose="00000500000000000000" pitchFamily="2" charset="0"/>
                  </a:rPr>
                  <a:t>ε</a:t>
                </a:r>
                <a:r>
                  <a:rPr lang="en-US" sz="3600" dirty="0">
                    <a:latin typeface="Didact Gothic" panose="00000500000000000000" pitchFamily="2" charset="0"/>
                  </a:rPr>
                  <a:t>}</a:t>
                </a:r>
                <a:r>
                  <a:rPr lang="el-GR" sz="3600" dirty="0">
                    <a:latin typeface="Didact Gothic" panose="00000500000000000000" pitchFamily="2" charset="0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sup>
                    </m:sSup>
                  </m:oMath>
                </a14:m>
                <a:r>
                  <a:rPr lang="nl-NL" sz="3600" dirty="0">
                    <a:latin typeface="Didact Gothic" panose="00000500000000000000" pitchFamily="2" charset="0"/>
                  </a:rPr>
                  <a:t>)</a:t>
                </a:r>
                <a:endParaRPr lang="el-GR" sz="36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6E33FDA1-53BE-0315-3E73-5A662315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519" y="2071779"/>
                <a:ext cx="5596962" cy="747889"/>
              </a:xfrm>
              <a:prstGeom prst="rect">
                <a:avLst/>
              </a:prstGeom>
              <a:blipFill>
                <a:blip r:embed="rId3"/>
                <a:stretch>
                  <a:fillRect t="-5691" b="-243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1098;p62">
            <a:extLst>
              <a:ext uri="{FF2B5EF4-FFF2-40B4-BE49-F238E27FC236}">
                <a16:creationId xmlns:a16="http://schemas.microsoft.com/office/drawing/2014/main" id="{AEEA2ADE-E760-5A87-D480-F8D012EA5AB9}"/>
              </a:ext>
            </a:extLst>
          </p:cNvPr>
          <p:cNvSpPr txBox="1">
            <a:spLocks/>
          </p:cNvSpPr>
          <p:nvPr/>
        </p:nvSpPr>
        <p:spPr>
          <a:xfrm>
            <a:off x="570672" y="3073636"/>
            <a:ext cx="4413871" cy="151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nl-NL" sz="2400" dirty="0" err="1">
                <a:latin typeface="Didact Gothic" panose="00000500000000000000" pitchFamily="2" charset="0"/>
              </a:rPr>
              <a:t>Bvb</a:t>
            </a:r>
            <a:r>
              <a:rPr lang="nl-NL" sz="2400" dirty="0">
                <a:latin typeface="Didact Gothic" panose="00000500000000000000" pitchFamily="2" charset="0"/>
              </a:rPr>
              <a:t>. </a:t>
            </a:r>
          </a:p>
          <a:p>
            <a:pPr marL="0" indent="0" algn="l"/>
            <a:r>
              <a:rPr lang="el-GR" sz="2400" dirty="0">
                <a:latin typeface="Didact Gothic" panose="00000500000000000000" pitchFamily="2" charset="0"/>
              </a:rPr>
              <a:t>Σ</a:t>
            </a:r>
            <a:r>
              <a:rPr lang="en-US" sz="2400" dirty="0">
                <a:latin typeface="Didact Gothic" panose="00000500000000000000" pitchFamily="2" charset="0"/>
              </a:rPr>
              <a:t> = {0,1}  Q = {q0,q1,q2}</a:t>
            </a:r>
            <a:br>
              <a:rPr lang="nl-NL" sz="2400" dirty="0">
                <a:latin typeface="Didact Gothic" panose="00000500000000000000" pitchFamily="2" charset="0"/>
              </a:rPr>
            </a:br>
            <a:r>
              <a:rPr lang="el-GR" sz="2400" dirty="0">
                <a:latin typeface="Didact Gothic" panose="00000500000000000000" pitchFamily="2" charset="0"/>
              </a:rPr>
              <a:t>δ</a:t>
            </a:r>
            <a:r>
              <a:rPr lang="nl-NL" sz="2400" dirty="0">
                <a:latin typeface="Didact Gothic" panose="00000500000000000000" pitchFamily="2" charset="0"/>
              </a:rPr>
              <a:t>(q0, </a:t>
            </a:r>
            <a:r>
              <a:rPr lang="en-US" sz="2400" dirty="0">
                <a:latin typeface="Didact Gothic" panose="00000500000000000000" pitchFamily="2" charset="0"/>
              </a:rPr>
              <a:t>1)</a:t>
            </a:r>
            <a:r>
              <a:rPr lang="el-GR" sz="2400" dirty="0">
                <a:latin typeface="Didact Gothic" panose="00000500000000000000" pitchFamily="2" charset="0"/>
              </a:rPr>
              <a:t> → </a:t>
            </a:r>
            <a:r>
              <a:rPr lang="en-US" sz="2400" dirty="0">
                <a:latin typeface="Didact Gothic" panose="00000500000000000000" pitchFamily="2" charset="0"/>
              </a:rPr>
              <a:t>{q0, </a:t>
            </a:r>
            <a:r>
              <a:rPr lang="nl-NL" sz="2400" dirty="0">
                <a:latin typeface="Didact Gothic" panose="00000500000000000000" pitchFamily="2" charset="0"/>
              </a:rPr>
              <a:t>q1} </a:t>
            </a:r>
          </a:p>
          <a:p>
            <a:pPr marL="0" indent="0" algn="l"/>
            <a:r>
              <a:rPr lang="el-GR" sz="2400" dirty="0">
                <a:latin typeface="Didact Gothic" panose="00000500000000000000" pitchFamily="2" charset="0"/>
              </a:rPr>
              <a:t>δ</a:t>
            </a:r>
            <a:r>
              <a:rPr lang="nl-NL" sz="2400" dirty="0">
                <a:latin typeface="Didact Gothic" panose="00000500000000000000" pitchFamily="2" charset="0"/>
              </a:rPr>
              <a:t>(q1, </a:t>
            </a:r>
            <a:r>
              <a:rPr lang="el-GR" sz="2400" dirty="0">
                <a:latin typeface="Didact Gothic" panose="00000500000000000000" pitchFamily="2" charset="0"/>
              </a:rPr>
              <a:t>ε</a:t>
            </a:r>
            <a:r>
              <a:rPr lang="en-US" sz="2400" dirty="0">
                <a:latin typeface="Didact Gothic" panose="00000500000000000000" pitchFamily="2" charset="0"/>
              </a:rPr>
              <a:t>)</a:t>
            </a:r>
            <a:r>
              <a:rPr lang="el-GR" sz="2400" dirty="0">
                <a:latin typeface="Didact Gothic" panose="00000500000000000000" pitchFamily="2" charset="0"/>
              </a:rPr>
              <a:t> → </a:t>
            </a:r>
            <a:r>
              <a:rPr lang="en-US" sz="2400" dirty="0">
                <a:latin typeface="Didact Gothic" panose="00000500000000000000" pitchFamily="2" charset="0"/>
              </a:rPr>
              <a:t>{q1, q2}</a:t>
            </a:r>
            <a:endParaRPr lang="el-GR" sz="2400" dirty="0">
              <a:latin typeface="Didact Gothic" panose="00000500000000000000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33A724-FC47-3C4A-E801-31DF088E5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35603"/>
              </p:ext>
            </p:extLst>
          </p:nvPr>
        </p:nvGraphicFramePr>
        <p:xfrm>
          <a:off x="4661376" y="3073636"/>
          <a:ext cx="3940268" cy="1724646"/>
        </p:xfrm>
        <a:graphic>
          <a:graphicData uri="http://schemas.openxmlformats.org/drawingml/2006/table">
            <a:tbl>
              <a:tblPr firstRow="1" bandRow="1">
                <a:tableStyleId>{2829158E-518A-43E2-9EA4-46D35B15BF13}</a:tableStyleId>
              </a:tblPr>
              <a:tblGrid>
                <a:gridCol w="985067">
                  <a:extLst>
                    <a:ext uri="{9D8B030D-6E8A-4147-A177-3AD203B41FA5}">
                      <a16:colId xmlns:a16="http://schemas.microsoft.com/office/drawing/2014/main" val="967300338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3446861420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306636640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1268055254"/>
                    </a:ext>
                  </a:extLst>
                </a:gridCol>
              </a:tblGrid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Current State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400" dirty="0">
                          <a:latin typeface="Didact Gothic" panose="00000500000000000000" pitchFamily="2" charset="0"/>
                        </a:rPr>
                        <a:t>ε</a:t>
                      </a:r>
                      <a:endParaRPr lang="el-GR" b="1" dirty="0">
                        <a:solidFill>
                          <a:schemeClr val="tx2">
                            <a:lumMod val="25000"/>
                          </a:schemeClr>
                        </a:solidFill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0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1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85044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l-GR" sz="1400" dirty="0">
                          <a:latin typeface="Didact Gothic" panose="00000500000000000000" pitchFamily="2" charset="0"/>
                        </a:rPr>
                        <a:t>→</a:t>
                      </a:r>
                      <a:r>
                        <a:rPr lang="en-US" sz="1400" dirty="0">
                          <a:latin typeface="Didact Gothic" panose="00000500000000000000" pitchFamily="2" charset="0"/>
                        </a:rPr>
                        <a:t>q0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{q0}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{q0, q1}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163868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q1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{q1}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11047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*q2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92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97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C8BD1477-FF6D-1532-BDB6-0CF1982C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8DCD790-415C-F107-CEC3-E52A207ABC5C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995E27-62DD-09DF-478A-8A9BC7571BAC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7E72BBFF-A7D7-2E71-8A15-2843D6B32395}"/>
              </a:ext>
            </a:extLst>
          </p:cNvPr>
          <p:cNvSpPr txBox="1">
            <a:spLocks/>
          </p:cNvSpPr>
          <p:nvPr/>
        </p:nvSpPr>
        <p:spPr>
          <a:xfrm>
            <a:off x="0" y="776087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6000" dirty="0">
                <a:latin typeface="Aldrich" panose="020B0604020202020204" charset="0"/>
              </a:rPr>
              <a:t>Uitgebreide transitiefunctie</a:t>
            </a:r>
            <a:endParaRPr lang="nl-NL" sz="1200" dirty="0">
              <a:latin typeface="Aldrich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28B6813F-AC27-CB5E-14ED-98BCB75755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3519" y="2293257"/>
                <a:ext cx="5596962" cy="747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3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3600" dirty="0"/>
                          <m:t>δ</m:t>
                        </m:r>
                      </m:e>
                    </m:acc>
                  </m:oMath>
                </a14:m>
                <a:r>
                  <a:rPr lang="en-US" sz="3600" dirty="0"/>
                  <a:t>: </a:t>
                </a:r>
                <a:r>
                  <a:rPr lang="nl-NL" sz="3600" dirty="0">
                    <a:latin typeface="Didact Gothic" panose="00000500000000000000" pitchFamily="2" charset="0"/>
                  </a:rPr>
                  <a:t>(Q × </a:t>
                </a:r>
                <a:r>
                  <a:rPr lang="el-GR" sz="3600" dirty="0">
                    <a:latin typeface="Didact Gothic" panose="00000500000000000000" pitchFamily="2" charset="0"/>
                  </a:rPr>
                  <a:t>Σ</a:t>
                </a:r>
                <a:r>
                  <a:rPr lang="en-US" sz="3600" dirty="0">
                    <a:latin typeface="Didact Gothic" panose="00000500000000000000" pitchFamily="2" charset="0"/>
                  </a:rPr>
                  <a:t>*</a:t>
                </a:r>
                <a:r>
                  <a:rPr lang="el-GR" sz="3600" dirty="0">
                    <a:latin typeface="Didact Gothic" panose="00000500000000000000" pitchFamily="2" charset="0"/>
                  </a:rPr>
                  <a:t>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</m:sup>
                    </m:sSup>
                  </m:oMath>
                </a14:m>
                <a:r>
                  <a:rPr lang="nl-NL" sz="3600" dirty="0">
                    <a:latin typeface="Didact Gothic" panose="00000500000000000000" pitchFamily="2" charset="0"/>
                  </a:rPr>
                  <a:t>)</a:t>
                </a:r>
                <a:endParaRPr lang="el-GR" sz="36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28B6813F-AC27-CB5E-14ED-98BCB7575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519" y="2293257"/>
                <a:ext cx="5596962" cy="747889"/>
              </a:xfrm>
              <a:prstGeom prst="rect">
                <a:avLst/>
              </a:prstGeom>
              <a:blipFill>
                <a:blip r:embed="rId3"/>
                <a:stretch>
                  <a:fillRect t="-813" b="-292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AA8D73DE-60EE-F85D-F7CA-2D35EBE11D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672" y="3148836"/>
                <a:ext cx="8229569" cy="143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>
                  <a:lnSpc>
                    <a:spcPct val="300000"/>
                  </a:lnSpc>
                </a:pPr>
                <a:r>
                  <a:rPr lang="en-US" sz="2400" u="sng" dirty="0">
                    <a:latin typeface="Didact Gothic" panose="00000500000000000000" pitchFamily="2" charset="0"/>
                  </a:rPr>
                  <a:t>Basis</a:t>
                </a:r>
                <a:r>
                  <a:rPr lang="en-US" sz="2400" dirty="0">
                    <a:latin typeface="Didact Gothic" panose="00000500000000000000" pitchFamily="2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/>
                          <m:t>δ</m:t>
                        </m:r>
                      </m:e>
                    </m:acc>
                  </m:oMath>
                </a14:m>
                <a:r>
                  <a:rPr lang="en-US" sz="2400" dirty="0">
                    <a:latin typeface="Didact Gothic" panose="00000500000000000000" pitchFamily="2" charset="0"/>
                  </a:rPr>
                  <a:t>(q, ϵ) = ECLOSE(q)</a:t>
                </a:r>
              </a:p>
              <a:p>
                <a:pPr marL="0" indent="0"/>
                <a:r>
                  <a:rPr lang="en-US" sz="2400" u="sng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400" dirty="0">
                    <a:latin typeface="Didact Gothic" panose="00000500000000000000" pitchFamily="2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/>
                          <m:t>δ</m:t>
                        </m:r>
                      </m:e>
                    </m:acc>
                  </m:oMath>
                </a14:m>
                <a:r>
                  <a:rPr lang="el-GR" sz="2400" dirty="0">
                    <a:latin typeface="Didact Gothic" panose="00000500000000000000" pitchFamily="2" charset="0"/>
                  </a:rPr>
                  <a:t>(</a:t>
                </a:r>
                <a:r>
                  <a:rPr lang="en-US" sz="2400" dirty="0">
                    <a:latin typeface="Didact Gothic" panose="00000500000000000000" pitchFamily="2" charset="0"/>
                  </a:rPr>
                  <a:t>q, xa)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l-GR" sz="2400" dirty="0"/>
                          <m:t> </m:t>
                        </m:r>
                        <m:acc>
                          <m:accPr>
                            <m:chr m:val="̂"/>
                            <m:ctrlPr>
                              <a:rPr lang="el-G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/>
                              <m:t>δ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latin typeface="Didact Gothic" panose="00000500000000000000" pitchFamily="2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latin typeface="Didact Gothic" panose="00000500000000000000" pitchFamily="2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) 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))</m:t>
                        </m:r>
                        <m:r>
                          <m:rPr>
                            <m:nor/>
                          </m:rPr>
                          <a:rPr lang="nl-NL" sz="2400" dirty="0">
                            <a:latin typeface="Didact Gothic" panose="00000500000000000000" pitchFamily="2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AA8D73DE-60EE-F85D-F7CA-2D35EBE11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72" y="3148836"/>
                <a:ext cx="8229569" cy="1436301"/>
              </a:xfrm>
              <a:prstGeom prst="rect">
                <a:avLst/>
              </a:prstGeom>
              <a:blipFill>
                <a:blip r:embed="rId4"/>
                <a:stretch>
                  <a:fillRect b="-353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393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732EAD82-9854-84DD-A34E-C82DC6DFF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D6B5835-4900-5314-9B97-309B81CA0E7D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0F8E8F5-BA67-04A1-6EE5-0069469078F9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5522E1BF-0D62-33BF-6459-54B63109F5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672" y="676287"/>
                <a:ext cx="4413871" cy="15115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 algn="l"/>
                <a:r>
                  <a:rPr lang="nl-NL" sz="2400" dirty="0" err="1">
                    <a:latin typeface="Didact Gothic" panose="00000500000000000000" pitchFamily="2" charset="0"/>
                  </a:rPr>
                  <a:t>Bvb</a:t>
                </a:r>
                <a:r>
                  <a:rPr lang="nl-NL" sz="2400" dirty="0">
                    <a:latin typeface="Didact Gothic" panose="00000500000000000000" pitchFamily="2" charset="0"/>
                  </a:rPr>
                  <a:t>. </a:t>
                </a:r>
              </a:p>
              <a:p>
                <a:pPr marL="0" indent="0" algn="l"/>
                <a:r>
                  <a:rPr lang="el-GR" sz="2400" dirty="0">
                    <a:latin typeface="Didact Gothic" panose="00000500000000000000" pitchFamily="2" charset="0"/>
                  </a:rPr>
                  <a:t>Σ</a:t>
                </a:r>
                <a:r>
                  <a:rPr lang="en-US" sz="2400" dirty="0">
                    <a:latin typeface="Didact Gothic" panose="00000500000000000000" pitchFamily="2" charset="0"/>
                  </a:rPr>
                  <a:t> = {0,1}  Q = {q0,q1,q2}</a:t>
                </a:r>
                <a:br>
                  <a:rPr lang="nl-NL" sz="2400" dirty="0">
                    <a:latin typeface="Didact Gothic" panose="00000500000000000000" pitchFamily="2" charset="0"/>
                  </a:rPr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/>
                          <m:t>δ</m:t>
                        </m:r>
                      </m:e>
                    </m:acc>
                  </m:oMath>
                </a14:m>
                <a:r>
                  <a:rPr lang="nl-NL" sz="2400" dirty="0">
                    <a:latin typeface="Didact Gothic" panose="00000500000000000000" pitchFamily="2" charset="0"/>
                  </a:rPr>
                  <a:t>(q0, </a:t>
                </a:r>
                <a:r>
                  <a:rPr lang="en-US" sz="2400" dirty="0">
                    <a:latin typeface="Didact Gothic" panose="00000500000000000000" pitchFamily="2" charset="0"/>
                  </a:rPr>
                  <a:t>101)</a:t>
                </a:r>
                <a:r>
                  <a:rPr lang="el-GR" sz="2400" dirty="0">
                    <a:latin typeface="Didact Gothic" panose="00000500000000000000" pitchFamily="2" charset="0"/>
                  </a:rPr>
                  <a:t> → </a:t>
                </a:r>
                <a:r>
                  <a:rPr lang="en-US" sz="2400" dirty="0">
                    <a:latin typeface="Didact Gothic" panose="00000500000000000000" pitchFamily="2" charset="0"/>
                  </a:rPr>
                  <a:t>?</a:t>
                </a:r>
                <a:endParaRPr lang="nl-NL" sz="24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5522E1BF-0D62-33BF-6459-54B63109F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72" y="676287"/>
                <a:ext cx="4413871" cy="1511501"/>
              </a:xfrm>
              <a:prstGeom prst="rect">
                <a:avLst/>
              </a:prstGeom>
              <a:blipFill>
                <a:blip r:embed="rId3"/>
                <a:stretch>
                  <a:fillRect l="-2210" t="-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FE3A1D-D4A8-7EE2-1CB3-07F0882AA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782264"/>
              </p:ext>
            </p:extLst>
          </p:nvPr>
        </p:nvGraphicFramePr>
        <p:xfrm>
          <a:off x="4661376" y="577943"/>
          <a:ext cx="3940268" cy="1724646"/>
        </p:xfrm>
        <a:graphic>
          <a:graphicData uri="http://schemas.openxmlformats.org/drawingml/2006/table">
            <a:tbl>
              <a:tblPr firstRow="1" bandRow="1">
                <a:tableStyleId>{2829158E-518A-43E2-9EA4-46D35B15BF13}</a:tableStyleId>
              </a:tblPr>
              <a:tblGrid>
                <a:gridCol w="985067">
                  <a:extLst>
                    <a:ext uri="{9D8B030D-6E8A-4147-A177-3AD203B41FA5}">
                      <a16:colId xmlns:a16="http://schemas.microsoft.com/office/drawing/2014/main" val="967300338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3446861420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306636640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1268055254"/>
                    </a:ext>
                  </a:extLst>
                </a:gridCol>
              </a:tblGrid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Current State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400" dirty="0">
                          <a:latin typeface="Didact Gothic" panose="00000500000000000000" pitchFamily="2" charset="0"/>
                        </a:rPr>
                        <a:t>ε</a:t>
                      </a:r>
                      <a:endParaRPr lang="el-GR" b="1" dirty="0">
                        <a:solidFill>
                          <a:schemeClr val="tx2">
                            <a:lumMod val="25000"/>
                          </a:schemeClr>
                        </a:solidFill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0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1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85044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l-GR" sz="1400" dirty="0">
                          <a:latin typeface="Didact Gothic" panose="00000500000000000000" pitchFamily="2" charset="0"/>
                        </a:rPr>
                        <a:t>→</a:t>
                      </a:r>
                      <a:r>
                        <a:rPr lang="en-US" sz="1400" dirty="0">
                          <a:latin typeface="Didact Gothic" panose="00000500000000000000" pitchFamily="2" charset="0"/>
                        </a:rPr>
                        <a:t>q0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{q0}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{q0, q1}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163868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q1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{q1}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11047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*q2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92249"/>
                  </a:ext>
                </a:extLst>
              </a:tr>
            </a:tbl>
          </a:graphicData>
        </a:graphic>
      </p:graphicFrame>
      <p:sp>
        <p:nvSpPr>
          <p:cNvPr id="2" name="Google Shape;1098;p62">
            <a:extLst>
              <a:ext uri="{FF2B5EF4-FFF2-40B4-BE49-F238E27FC236}">
                <a16:creationId xmlns:a16="http://schemas.microsoft.com/office/drawing/2014/main" id="{752DB297-EB95-E603-73E6-8DE0899A9E4D}"/>
              </a:ext>
            </a:extLst>
          </p:cNvPr>
          <p:cNvSpPr txBox="1">
            <a:spLocks/>
          </p:cNvSpPr>
          <p:nvPr/>
        </p:nvSpPr>
        <p:spPr>
          <a:xfrm>
            <a:off x="542356" y="1940376"/>
            <a:ext cx="4413871" cy="151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endParaRPr lang="nl-NL" sz="2400" dirty="0">
              <a:latin typeface="Didact Gothic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D6B52B41-CC50-E428-F8AB-BA0A625C4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040" y="2302589"/>
                <a:ext cx="7658853" cy="2413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/>
                          <m:t>δ</m:t>
                        </m:r>
                      </m:e>
                    </m:acc>
                  </m:oMath>
                </a14:m>
                <a:r>
                  <a:rPr lang="el-GR" sz="2400" dirty="0">
                    <a:latin typeface="Didact Gothic" panose="00000500000000000000" pitchFamily="2" charset="0"/>
                  </a:rPr>
                  <a:t>(</a:t>
                </a:r>
                <a:r>
                  <a:rPr lang="en-US" sz="2400" dirty="0">
                    <a:latin typeface="Didact Gothic" panose="00000500000000000000" pitchFamily="2" charset="0"/>
                  </a:rPr>
                  <a:t>q0, 101)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l-GR" sz="2400" dirty="0"/>
                          <m:t> </m:t>
                        </m:r>
                        <m:acc>
                          <m:accPr>
                            <m:chr m:val="̂"/>
                            <m:ctrlPr>
                              <a:rPr lang="el-GR" sz="240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solidFill>
                                  <a:srgbClr val="C00000"/>
                                </a:solidFill>
                              </a:rPr>
                              <m:t>δ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10) 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, 1))</m:t>
                        </m:r>
                        <m:r>
                          <m:rPr>
                            <m:nor/>
                          </m:rPr>
                          <a:rPr lang="nl-NL" sz="2400" dirty="0">
                            <a:latin typeface="Didact Gothic" panose="00000500000000000000" pitchFamily="2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>
                  <a:latin typeface="Didact Gothic" panose="00000500000000000000" pitchFamily="2" charset="0"/>
                </a:endParaRPr>
              </a:p>
              <a:p>
                <a:pPr marL="0" indent="0"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</m:acc>
                    <m:r>
                      <m:rPr>
                        <m:nor/>
                      </m:rPr>
                      <a:rPr lang="el-GR" sz="2400" dirty="0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q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0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,10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l-GR" sz="2400" dirty="0"/>
                          <m:t> </m:t>
                        </m:r>
                        <m:acc>
                          <m:accPr>
                            <m:chr m:val="̂"/>
                            <m:ctrlPr>
                              <a:rPr lang="el-GR" sz="2400" i="1" dirty="0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solidFill>
                                  <a:srgbClr val="FFC000"/>
                                </a:solidFill>
                              </a:rPr>
                              <m:t>δ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FFC000"/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solidFill>
                              <a:srgbClr val="FFC000"/>
                            </a:solidFill>
                            <a:latin typeface="Didact Gothic" panose="00000500000000000000" pitchFamily="2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rgbClr val="FFC000"/>
                            </a:solidFill>
                            <a:latin typeface="Didact Gothic" panose="00000500000000000000" pitchFamily="2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solidFill>
                              <a:srgbClr val="FFC000"/>
                            </a:solidFill>
                            <a:latin typeface="Didact Gothic" panose="00000500000000000000" pitchFamily="2" charset="0"/>
                          </a:rPr>
                          <m:t>,1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FFC000"/>
                            </a:solidFill>
                            <a:latin typeface="Didact Gothic" panose="00000500000000000000" pitchFamily="2" charset="0"/>
                          </a:rPr>
                          <m:t>) 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, 0))</m:t>
                        </m:r>
                        <m:r>
                          <m:rPr>
                            <m:nor/>
                          </m:rPr>
                          <a:rPr lang="nl-NL" sz="2400" dirty="0">
                            <a:latin typeface="Didact Gothic" panose="00000500000000000000" pitchFamily="2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>
                  <a:solidFill>
                    <a:srgbClr val="C00000"/>
                  </a:solidFill>
                  <a:latin typeface="Didact Gothic" panose="00000500000000000000" pitchFamily="2" charset="0"/>
                </a:endParaRPr>
              </a:p>
              <a:p>
                <a:pPr marL="0" indent="0"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FFC000"/>
                            </a:solidFill>
                          </a:rPr>
                          <m:t>δ</m:t>
                        </m:r>
                      </m:e>
                    </m:acc>
                    <m:r>
                      <m:rPr>
                        <m:nor/>
                      </m:rPr>
                      <a:rPr lang="el-GR" sz="2400" dirty="0">
                        <a:solidFill>
                          <a:srgbClr val="FFC000"/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FFC000"/>
                        </a:solidFill>
                        <a:latin typeface="Didact Gothic" panose="00000500000000000000" pitchFamily="2" charset="0"/>
                      </a:rPr>
                      <m:t>q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rgbClr val="FFC000"/>
                        </a:solidFill>
                        <a:latin typeface="Didact Gothic" panose="00000500000000000000" pitchFamily="2" charset="0"/>
                      </a:rPr>
                      <m:t>0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FFC000"/>
                        </a:solidFill>
                        <a:latin typeface="Didact Gothic" panose="00000500000000000000" pitchFamily="2" charset="0"/>
                      </a:rPr>
                      <m:t>,1)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=</a:t>
                </a:r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l-GR" sz="2400" dirty="0"/>
                          <m:t> </m:t>
                        </m:r>
                        <m:acc>
                          <m:accPr>
                            <m:chr m:val="̂"/>
                            <m:ctrlPr>
                              <a:rPr lang="el-GR" sz="24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l-GR" sz="2400" dirty="0">
                                <a:solidFill>
                                  <a:srgbClr val="00B0F0"/>
                                </a:solidFill>
                              </a:rPr>
                              <m:t>δ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00B0F0"/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solidFill>
                              <a:srgbClr val="00B0F0"/>
                            </a:solidFill>
                            <a:latin typeface="Didact Gothic" panose="00000500000000000000" pitchFamily="2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rgbClr val="00B0F0"/>
                            </a:solidFill>
                            <a:latin typeface="Didact Gothic" panose="00000500000000000000" pitchFamily="2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solidFill>
                              <a:srgbClr val="00B0F0"/>
                            </a:solidFill>
                            <a:latin typeface="Didact Gothic" panose="00000500000000000000" pitchFamily="2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l-GR" sz="2400" dirty="0" smtClean="0">
                            <a:solidFill>
                              <a:srgbClr val="00B0F0"/>
                            </a:solidFill>
                            <a:latin typeface="Didact Gothic" panose="00000500000000000000" pitchFamily="2" charset="0"/>
                          </a:rPr>
                          <m:t>ε</m:t>
                        </m:r>
                        <m:r>
                          <m:rPr>
                            <m:nor/>
                          </m:rPr>
                          <a:rPr lang="en-US" sz="2400" dirty="0" err="1">
                            <a:solidFill>
                              <a:srgbClr val="00B0F0"/>
                            </a:solidFill>
                            <a:latin typeface="Didact Gothic" panose="00000500000000000000" pitchFamily="2" charset="0"/>
                          </a:rPr>
                          <m:t>) 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, 1))</m:t>
                        </m:r>
                        <m:r>
                          <m:rPr>
                            <m:nor/>
                          </m:rPr>
                          <a:rPr lang="nl-NL" sz="2400" dirty="0">
                            <a:latin typeface="Didact Gothic" panose="00000500000000000000" pitchFamily="2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>
                  <a:solidFill>
                    <a:srgbClr val="C00000"/>
                  </a:solidFill>
                  <a:latin typeface="Didact Gothic" panose="00000500000000000000" pitchFamily="2" charset="0"/>
                </a:endParaRPr>
              </a:p>
              <a:p>
                <a:pPr marL="0" indent="0"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00B0F0"/>
                            </a:solidFill>
                          </a:rPr>
                          <m:t>δ</m:t>
                        </m:r>
                      </m:e>
                    </m:acc>
                    <m:r>
                      <m:rPr>
                        <m:nor/>
                      </m:rPr>
                      <a:rPr lang="el-GR" sz="2400" dirty="0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q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0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,</m:t>
                    </m:r>
                    <m:r>
                      <m:rPr>
                        <m:nor/>
                      </m:rPr>
                      <a:rPr lang="el-GR" sz="2400" dirty="0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ε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= ECLOSE({q0}) = {q0}</a:t>
                </a:r>
                <a:endParaRPr lang="en-US" sz="2400" dirty="0">
                  <a:solidFill>
                    <a:srgbClr val="C00000"/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D6B52B41-CC50-E428-F8AB-BA0A625C4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40" y="2302589"/>
                <a:ext cx="7658853" cy="2413377"/>
              </a:xfrm>
              <a:prstGeom prst="rect">
                <a:avLst/>
              </a:prstGeom>
              <a:blipFill>
                <a:blip r:embed="rId4"/>
                <a:stretch>
                  <a:fillRect l="-318" t="-154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367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96A9948D-7E4B-3A5C-98B2-3A643247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1AFC3A-F15F-251F-618E-6BE8683E02CB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EB434FF-B671-B759-9F3B-2090665082AA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EC8FF064-C1B8-3A85-9D5D-03D7931B83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672" y="676287"/>
                <a:ext cx="4413871" cy="15115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 algn="l"/>
                <a:r>
                  <a:rPr lang="nl-NL" sz="2400" dirty="0" err="1">
                    <a:latin typeface="Didact Gothic" panose="00000500000000000000" pitchFamily="2" charset="0"/>
                  </a:rPr>
                  <a:t>Bvb</a:t>
                </a:r>
                <a:r>
                  <a:rPr lang="nl-NL" sz="2400" dirty="0">
                    <a:latin typeface="Didact Gothic" panose="00000500000000000000" pitchFamily="2" charset="0"/>
                  </a:rPr>
                  <a:t>. </a:t>
                </a:r>
              </a:p>
              <a:p>
                <a:pPr marL="0" indent="0" algn="l"/>
                <a:r>
                  <a:rPr lang="el-GR" sz="2400" dirty="0">
                    <a:latin typeface="Didact Gothic" panose="00000500000000000000" pitchFamily="2" charset="0"/>
                  </a:rPr>
                  <a:t>Σ</a:t>
                </a:r>
                <a:r>
                  <a:rPr lang="en-US" sz="2400" dirty="0">
                    <a:latin typeface="Didact Gothic" panose="00000500000000000000" pitchFamily="2" charset="0"/>
                  </a:rPr>
                  <a:t> = {0,1}  Q = {q0,q1,q2}</a:t>
                </a:r>
                <a:br>
                  <a:rPr lang="nl-NL" sz="2400" dirty="0">
                    <a:latin typeface="Didact Gothic" panose="00000500000000000000" pitchFamily="2" charset="0"/>
                  </a:rPr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/>
                          <m:t>δ</m:t>
                        </m:r>
                      </m:e>
                    </m:acc>
                  </m:oMath>
                </a14:m>
                <a:r>
                  <a:rPr lang="nl-NL" sz="2400" dirty="0">
                    <a:latin typeface="Didact Gothic" panose="00000500000000000000" pitchFamily="2" charset="0"/>
                  </a:rPr>
                  <a:t>(q0, </a:t>
                </a:r>
                <a:r>
                  <a:rPr lang="en-US" sz="2400" dirty="0">
                    <a:latin typeface="Didact Gothic" panose="00000500000000000000" pitchFamily="2" charset="0"/>
                  </a:rPr>
                  <a:t>101)</a:t>
                </a:r>
                <a:r>
                  <a:rPr lang="el-GR" sz="2400" dirty="0">
                    <a:latin typeface="Didact Gothic" panose="00000500000000000000" pitchFamily="2" charset="0"/>
                  </a:rPr>
                  <a:t> → </a:t>
                </a:r>
                <a:r>
                  <a:rPr lang="en-US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{q0, q1, q2}</a:t>
                </a:r>
                <a:endParaRPr lang="nl-NL" sz="2400" b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EC8FF064-C1B8-3A85-9D5D-03D7931B8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72" y="676287"/>
                <a:ext cx="4413871" cy="1511501"/>
              </a:xfrm>
              <a:prstGeom prst="rect">
                <a:avLst/>
              </a:prstGeom>
              <a:blipFill>
                <a:blip r:embed="rId3"/>
                <a:stretch>
                  <a:fillRect l="-2210" t="-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248544-A01F-E029-708F-E84FEF4DD441}"/>
              </a:ext>
            </a:extLst>
          </p:cNvPr>
          <p:cNvGraphicFramePr>
            <a:graphicFrameLocks noGrp="1"/>
          </p:cNvGraphicFramePr>
          <p:nvPr/>
        </p:nvGraphicFramePr>
        <p:xfrm>
          <a:off x="4661376" y="577943"/>
          <a:ext cx="3940268" cy="1724646"/>
        </p:xfrm>
        <a:graphic>
          <a:graphicData uri="http://schemas.openxmlformats.org/drawingml/2006/table">
            <a:tbl>
              <a:tblPr firstRow="1" bandRow="1">
                <a:tableStyleId>{2829158E-518A-43E2-9EA4-46D35B15BF13}</a:tableStyleId>
              </a:tblPr>
              <a:tblGrid>
                <a:gridCol w="985067">
                  <a:extLst>
                    <a:ext uri="{9D8B030D-6E8A-4147-A177-3AD203B41FA5}">
                      <a16:colId xmlns:a16="http://schemas.microsoft.com/office/drawing/2014/main" val="967300338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3446861420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306636640"/>
                    </a:ext>
                  </a:extLst>
                </a:gridCol>
                <a:gridCol w="985067">
                  <a:extLst>
                    <a:ext uri="{9D8B030D-6E8A-4147-A177-3AD203B41FA5}">
                      <a16:colId xmlns:a16="http://schemas.microsoft.com/office/drawing/2014/main" val="1268055254"/>
                    </a:ext>
                  </a:extLst>
                </a:gridCol>
              </a:tblGrid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Current State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400" dirty="0">
                          <a:latin typeface="Didact Gothic" panose="00000500000000000000" pitchFamily="2" charset="0"/>
                        </a:rPr>
                        <a:t>ε</a:t>
                      </a:r>
                      <a:endParaRPr lang="el-GR" b="1" dirty="0">
                        <a:solidFill>
                          <a:schemeClr val="tx2">
                            <a:lumMod val="25000"/>
                          </a:schemeClr>
                        </a:solidFill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0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1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85044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l-GR" sz="1400" dirty="0">
                          <a:latin typeface="Didact Gothic" panose="00000500000000000000" pitchFamily="2" charset="0"/>
                        </a:rPr>
                        <a:t>→</a:t>
                      </a:r>
                      <a:r>
                        <a:rPr lang="en-US" sz="1400" dirty="0">
                          <a:latin typeface="Didact Gothic" panose="00000500000000000000" pitchFamily="2" charset="0"/>
                        </a:rPr>
                        <a:t>q0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{q0}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{q0, q1}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163868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q1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{q1}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11047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*q2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92249"/>
                  </a:ext>
                </a:extLst>
              </a:tr>
            </a:tbl>
          </a:graphicData>
        </a:graphic>
      </p:graphicFrame>
      <p:sp>
        <p:nvSpPr>
          <p:cNvPr id="2" name="Google Shape;1098;p62">
            <a:extLst>
              <a:ext uri="{FF2B5EF4-FFF2-40B4-BE49-F238E27FC236}">
                <a16:creationId xmlns:a16="http://schemas.microsoft.com/office/drawing/2014/main" id="{9E9AB653-987C-91C9-02A1-384D4EABF71F}"/>
              </a:ext>
            </a:extLst>
          </p:cNvPr>
          <p:cNvSpPr txBox="1">
            <a:spLocks/>
          </p:cNvSpPr>
          <p:nvPr/>
        </p:nvSpPr>
        <p:spPr>
          <a:xfrm>
            <a:off x="542356" y="1940376"/>
            <a:ext cx="4413871" cy="151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endParaRPr lang="nl-NL" sz="2400" dirty="0">
              <a:latin typeface="Didact Gothic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0223EDCF-CF1E-DB49-4C45-1F888C26FB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040" y="2302589"/>
                <a:ext cx="7658853" cy="2413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/>
                          <m:t>δ</m:t>
                        </m:r>
                      </m:e>
                    </m:acc>
                  </m:oMath>
                </a14:m>
                <a:r>
                  <a:rPr lang="el-GR" sz="2400" dirty="0">
                    <a:latin typeface="Didact Gothic" panose="00000500000000000000" pitchFamily="2" charset="0"/>
                  </a:rPr>
                  <a:t>(</a:t>
                </a:r>
                <a:r>
                  <a:rPr lang="en-US" sz="2400" dirty="0">
                    <a:latin typeface="Didact Gothic" panose="00000500000000000000" pitchFamily="2" charset="0"/>
                  </a:rPr>
                  <a:t>q0, 101)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∈{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0, 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1, 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2}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, 1))</m:t>
                        </m:r>
                        <m:r>
                          <m:rPr>
                            <m:nor/>
                          </m:rPr>
                          <a:rPr lang="nl-NL" sz="2400" dirty="0">
                            <a:latin typeface="Didact Gothic" panose="00000500000000000000" pitchFamily="2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400" dirty="0">
                    <a:latin typeface="Didact Gothic" panose="00000500000000000000" pitchFamily="2" charset="0"/>
                  </a:rPr>
                  <a:t>= </a:t>
                </a:r>
                <a:r>
                  <a:rPr lang="en-US" sz="24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{q0, q1, q2}</a:t>
                </a:r>
                <a:endParaRPr lang="en-US" sz="2400" dirty="0">
                  <a:latin typeface="Didact Gothic" panose="00000500000000000000" pitchFamily="2" charset="0"/>
                </a:endParaRPr>
              </a:p>
              <a:p>
                <a:pPr marL="0" indent="0"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C00000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</m:acc>
                    <m:r>
                      <m:rPr>
                        <m:nor/>
                      </m:rPr>
                      <a:rPr lang="el-GR" sz="2400" dirty="0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q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0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,10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C00000"/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nl-NL" sz="2400" dirty="0" smtClean="0">
                            <a:solidFill>
                              <a:srgbClr val="FFC000"/>
                            </a:solidFill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nl-NL" sz="2400" dirty="0" smtClean="0">
                            <a:solidFill>
                              <a:srgbClr val="FFC000"/>
                            </a:solidFill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nl-NL" sz="2400" dirty="0" smtClean="0">
                            <a:solidFill>
                              <a:srgbClr val="FFC000"/>
                            </a:solidFill>
                          </a:rPr>
                          <m:t>0, </m:t>
                        </m:r>
                        <m:r>
                          <m:rPr>
                            <m:nor/>
                          </m:rPr>
                          <a:rPr lang="nl-NL" sz="2400" dirty="0" smtClean="0">
                            <a:solidFill>
                              <a:srgbClr val="FFC000"/>
                            </a:solidFill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nl-NL" sz="2400" dirty="0" smtClean="0">
                            <a:solidFill>
                              <a:srgbClr val="FFC000"/>
                            </a:solidFill>
                          </a:rPr>
                          <m:t>1, </m:t>
                        </m:r>
                        <m:r>
                          <m:rPr>
                            <m:nor/>
                          </m:rPr>
                          <a:rPr lang="nl-NL" sz="2400" dirty="0" smtClean="0">
                            <a:solidFill>
                              <a:srgbClr val="FFC000"/>
                            </a:solidFill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nl-NL" sz="2400" dirty="0" smtClean="0">
                            <a:solidFill>
                              <a:srgbClr val="FFC000"/>
                            </a:solidFill>
                          </a:rPr>
                          <m:t>2}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, 0))</m:t>
                        </m:r>
                        <m:r>
                          <m:rPr>
                            <m:nor/>
                          </m:rPr>
                          <a:rPr lang="nl-NL" sz="2400" dirty="0">
                            <a:latin typeface="Didact Gothic" panose="00000500000000000000" pitchFamily="2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= {q0, q1, q2}</a:t>
                </a:r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</a:t>
                </a:r>
              </a:p>
              <a:p>
                <a:pPr marL="0" indent="0"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FFC000"/>
                            </a:solidFill>
                          </a:rPr>
                          <m:t>δ</m:t>
                        </m:r>
                      </m:e>
                    </m:acc>
                    <m:r>
                      <m:rPr>
                        <m:nor/>
                      </m:rPr>
                      <a:rPr lang="el-GR" sz="2400" dirty="0">
                        <a:solidFill>
                          <a:srgbClr val="FFC000"/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FFC000"/>
                        </a:solidFill>
                        <a:latin typeface="Didact Gothic" panose="00000500000000000000" pitchFamily="2" charset="0"/>
                      </a:rPr>
                      <m:t>q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rgbClr val="FFC000"/>
                        </a:solidFill>
                        <a:latin typeface="Didact Gothic" panose="00000500000000000000" pitchFamily="2" charset="0"/>
                      </a:rPr>
                      <m:t>0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FFC000"/>
                        </a:solidFill>
                        <a:latin typeface="Didact Gothic" panose="00000500000000000000" pitchFamily="2" charset="0"/>
                      </a:rPr>
                      <m:t>,1)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=</a:t>
                </a:r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∈{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00B0F0"/>
                            </a:solidFill>
                            <a:latin typeface="Didact Gothic" panose="00000500000000000000" pitchFamily="2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400" dirty="0" smtClean="0">
                            <a:solidFill>
                              <a:srgbClr val="00B0F0"/>
                            </a:solidFill>
                            <a:latin typeface="Didact Gothic" panose="00000500000000000000" pitchFamily="2" charset="0"/>
                          </a:rPr>
                          <m:t>0}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Didact Gothic" panose="00000500000000000000" pitchFamily="2" charset="0"/>
                          </a:rPr>
                          <m:t>, 1))</m:t>
                        </m:r>
                        <m:r>
                          <m:rPr>
                            <m:nor/>
                          </m:rPr>
                          <a:rPr lang="nl-NL" sz="2400" dirty="0">
                            <a:latin typeface="Didact Gothic" panose="00000500000000000000" pitchFamily="2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= {q0, q1, q2}</a:t>
                </a:r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</a:t>
                </a:r>
              </a:p>
              <a:p>
                <a:pPr marL="0" indent="0"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rgbClr val="00B0F0"/>
                            </a:solidFill>
                          </a:rPr>
                          <m:t>δ</m:t>
                        </m:r>
                      </m:e>
                    </m:acc>
                    <m:r>
                      <m:rPr>
                        <m:nor/>
                      </m:rPr>
                      <a:rPr lang="el-GR" sz="2400" dirty="0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q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0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,</m:t>
                    </m:r>
                    <m:r>
                      <m:rPr>
                        <m:nor/>
                      </m:rPr>
                      <a:rPr lang="el-GR" sz="2400" dirty="0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ε</m:t>
                    </m:r>
                    <m:r>
                      <m:rPr>
                        <m:nor/>
                      </m:rPr>
                      <a:rPr lang="en-US" sz="2400" dirty="0" err="1">
                        <a:solidFill>
                          <a:srgbClr val="00B0F0"/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Didact Gothic" panose="00000500000000000000" pitchFamily="2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= ECLOSE({q0}) = {q0}</a:t>
                </a:r>
                <a:endParaRPr lang="en-US" sz="2400" dirty="0">
                  <a:solidFill>
                    <a:srgbClr val="C00000"/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0223EDCF-CF1E-DB49-4C45-1F888C26F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40" y="2302589"/>
                <a:ext cx="7658853" cy="2413377"/>
              </a:xfrm>
              <a:prstGeom prst="rect">
                <a:avLst/>
              </a:prstGeom>
              <a:blipFill>
                <a:blip r:embed="rId4"/>
                <a:stretch>
                  <a:fillRect l="-318" t="-154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429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43006B94-7C03-518E-1F92-5ACF72B4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1E3C750-8DD3-B350-A0DB-DAD61D6C038B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C64C592-FA7D-E191-8F79-A3EE5605AF6D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839072E4-9DF4-E7A2-07FC-BB59C42B08B9}"/>
              </a:ext>
            </a:extLst>
          </p:cNvPr>
          <p:cNvSpPr txBox="1">
            <a:spLocks/>
          </p:cNvSpPr>
          <p:nvPr/>
        </p:nvSpPr>
        <p:spPr>
          <a:xfrm>
            <a:off x="0" y="811527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6000" dirty="0">
                <a:latin typeface="Aldrich" panose="020B0604020202020204" charset="0"/>
              </a:rPr>
              <a:t>Taal Aanvaard door    </a:t>
            </a:r>
            <a:r>
              <a:rPr lang="el-GR" sz="6000" dirty="0">
                <a:latin typeface="Aldrich" panose="020B0604020202020204" charset="0"/>
              </a:rPr>
              <a:t>ε</a:t>
            </a:r>
            <a:r>
              <a:rPr lang="en-US" sz="6000" dirty="0">
                <a:latin typeface="Aldrich" panose="020B0604020202020204" charset="0"/>
              </a:rPr>
              <a:t>-</a:t>
            </a:r>
            <a:r>
              <a:rPr lang="nl-NL" sz="6000" dirty="0">
                <a:latin typeface="Aldrich" panose="020B0604020202020204" charset="0"/>
              </a:rPr>
              <a:t>NFA</a:t>
            </a:r>
            <a:endParaRPr lang="nl-NL" sz="1200" dirty="0">
              <a:latin typeface="Aldrich" panose="020B06040202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A1ED7D08-F13E-DB30-E29E-A71EB69F45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1276" y="2571748"/>
                <a:ext cx="7301448" cy="21243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:r>
                  <a:rPr lang="en-US" sz="3200" dirty="0"/>
                  <a:t>Een van de </a:t>
                </a:r>
                <a:r>
                  <a:rPr lang="en-US" sz="3200" dirty="0" err="1"/>
                  <a:t>laatste</a:t>
                </a:r>
                <a:r>
                  <a:rPr lang="en-US" sz="3200" dirty="0"/>
                  <a:t> </a:t>
                </a:r>
                <a:r>
                  <a:rPr lang="en-US" sz="3200" dirty="0" err="1"/>
                  <a:t>toestanden</a:t>
                </a:r>
                <a:r>
                  <a:rPr lang="en-US" sz="3200" dirty="0"/>
                  <a:t> is </a:t>
                </a:r>
                <a:r>
                  <a:rPr lang="en-US" sz="3200" dirty="0" err="1"/>
                  <a:t>een</a:t>
                </a:r>
                <a:r>
                  <a:rPr lang="en-US" sz="3200" dirty="0"/>
                  <a:t> </a:t>
                </a:r>
                <a:r>
                  <a:rPr lang="nl-NL" sz="3200" dirty="0">
                    <a:latin typeface="Didact Gothic" panose="00000500000000000000" pitchFamily="2" charset="0"/>
                  </a:rPr>
                  <a:t>acceptatietoestand /</a:t>
                </a:r>
                <a:r>
                  <a:rPr lang="en-US" sz="3200" dirty="0"/>
                  <a:t> </a:t>
                </a:r>
                <a:r>
                  <a:rPr lang="en-US" sz="3200" dirty="0" err="1"/>
                  <a:t>eindtoestand</a:t>
                </a:r>
                <a:endParaRPr lang="en-US" sz="3200" dirty="0"/>
              </a:p>
              <a:p>
                <a:pPr marL="0" indent="0"/>
                <a:r>
                  <a:rPr lang="en-US" sz="3600" dirty="0">
                    <a:latin typeface="Didact Gothic" panose="00000500000000000000" pitchFamily="2" charset="0"/>
                  </a:rPr>
                  <a:t>L(E) = {w ∈ </a:t>
                </a:r>
                <a:r>
                  <a:rPr lang="el-GR" sz="3600" dirty="0">
                    <a:latin typeface="Didact Gothic" panose="00000500000000000000" pitchFamily="2" charset="0"/>
                  </a:rPr>
                  <a:t>Σ</a:t>
                </a:r>
                <a:r>
                  <a:rPr lang="en-US" sz="3600" dirty="0">
                    <a:latin typeface="Didact Gothic" panose="00000500000000000000" pitchFamily="2" charset="0"/>
                  </a:rPr>
                  <a:t>*</a:t>
                </a:r>
                <a:r>
                  <a:rPr lang="el-GR" sz="3600" dirty="0">
                    <a:latin typeface="Didact Gothic" panose="00000500000000000000" pitchFamily="2" charset="0"/>
                  </a:rPr>
                  <a:t> 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l-GR" sz="3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l-GR" sz="3600" dirty="0"/>
                          <m:t>δ</m:t>
                        </m:r>
                      </m:e>
                    </m:acc>
                  </m:oMath>
                </a14:m>
                <a:r>
                  <a:rPr lang="el-GR" sz="3600" dirty="0">
                    <a:latin typeface="Didact Gothic" panose="00000500000000000000" pitchFamily="2" charset="0"/>
                  </a:rPr>
                  <a:t>(</a:t>
                </a:r>
                <a:r>
                  <a:rPr lang="en-US" sz="3600" dirty="0">
                    <a:latin typeface="Didact Gothic" panose="00000500000000000000" pitchFamily="2" charset="0"/>
                  </a:rPr>
                  <a:t>q0, w)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3600" dirty="0">
                    <a:latin typeface="Didact Gothic" panose="00000500000000000000" pitchFamily="2" charset="0"/>
                  </a:rPr>
                  <a:t> F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3600" dirty="0">
                    <a:latin typeface="Didact Gothic" panose="00000500000000000000" pitchFamily="2" charset="0"/>
                  </a:rPr>
                  <a:t> ∅}</a:t>
                </a:r>
                <a:endParaRPr lang="el-GR" sz="3600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A1ED7D08-F13E-DB30-E29E-A71EB69F4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76" y="2571748"/>
                <a:ext cx="7301448" cy="2124349"/>
              </a:xfrm>
              <a:prstGeom prst="rect">
                <a:avLst/>
              </a:prstGeom>
              <a:blipFill>
                <a:blip r:embed="rId3"/>
                <a:stretch>
                  <a:fillRect t="-17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067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108C5575-64EC-0CD3-34DD-40843FD4A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BC27091B-E496-6E0C-BACD-8B6A2A73A041}"/>
              </a:ext>
            </a:extLst>
          </p:cNvPr>
          <p:cNvSpPr/>
          <p:nvPr/>
        </p:nvSpPr>
        <p:spPr>
          <a:xfrm>
            <a:off x="7115126" y="2973500"/>
            <a:ext cx="661193" cy="66119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>
              <a:latin typeface="Didact Gothic" panose="00000500000000000000" pitchFamily="2" charset="0"/>
            </a:endParaRPr>
          </a:p>
        </p:txBody>
      </p:sp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F4A6F31-92C2-4C04-70DF-2D789F5E9A31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1137303-F18F-F739-C7C2-F9FAFEB42730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98;p62">
            <a:extLst>
              <a:ext uri="{FF2B5EF4-FFF2-40B4-BE49-F238E27FC236}">
                <a16:creationId xmlns:a16="http://schemas.microsoft.com/office/drawing/2014/main" id="{FA5C8884-A904-A868-FFF4-8F9C32F26BC0}"/>
              </a:ext>
            </a:extLst>
          </p:cNvPr>
          <p:cNvSpPr txBox="1">
            <a:spLocks/>
          </p:cNvSpPr>
          <p:nvPr/>
        </p:nvSpPr>
        <p:spPr>
          <a:xfrm>
            <a:off x="0" y="1268860"/>
            <a:ext cx="91440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l-GR" sz="3600" dirty="0">
              <a:latin typeface="Didact Gothic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A5ACC732-6597-2C38-5D36-6A9064F50D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3519" y="430750"/>
                <a:ext cx="5596962" cy="747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:r>
                  <a:rPr lang="el-GR" sz="3600" dirty="0">
                    <a:latin typeface="Didact Gothic" panose="00000500000000000000" pitchFamily="2" charset="0"/>
                  </a:rPr>
                  <a:t>δ</a:t>
                </a:r>
                <a:r>
                  <a:rPr lang="en-US" sz="3600" dirty="0">
                    <a:latin typeface="Didact Gothic" panose="00000500000000000000" pitchFamily="2" charset="0"/>
                  </a:rPr>
                  <a:t>: </a:t>
                </a:r>
                <a:r>
                  <a:rPr lang="nl-NL" sz="3600" dirty="0">
                    <a:latin typeface="Didact Gothic" panose="00000500000000000000" pitchFamily="2" charset="0"/>
                  </a:rPr>
                  <a:t>(Q × </a:t>
                </a:r>
                <a:r>
                  <a:rPr lang="el-GR" sz="3600" dirty="0">
                    <a:latin typeface="Didact Gothic" panose="00000500000000000000" pitchFamily="2" charset="0"/>
                  </a:rPr>
                  <a:t>Σ</a:t>
                </a:r>
                <a:r>
                  <a:rPr lang="en-US" sz="3600" dirty="0">
                    <a:latin typeface="Didact Gothic" panose="00000500000000000000" pitchFamily="2" charset="0"/>
                  </a:rPr>
                  <a:t> U {</a:t>
                </a:r>
                <a:r>
                  <a:rPr lang="el-GR" sz="3600" dirty="0">
                    <a:latin typeface="Didact Gothic" panose="00000500000000000000" pitchFamily="2" charset="0"/>
                  </a:rPr>
                  <a:t>ε</a:t>
                </a:r>
                <a:r>
                  <a:rPr lang="en-US" sz="3600" dirty="0">
                    <a:latin typeface="Didact Gothic" panose="00000500000000000000" pitchFamily="2" charset="0"/>
                  </a:rPr>
                  <a:t>}</a:t>
                </a:r>
                <a:r>
                  <a:rPr lang="el-GR" sz="3600" dirty="0">
                    <a:latin typeface="Didact Gothic" panose="00000500000000000000" pitchFamily="2" charset="0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3600" b="0" i="0" dirty="0" smtClean="0">
                            <a:latin typeface="Cambria Math" panose="02040503050406030204" pitchFamily="18" charset="0"/>
                          </a:rPr>
                          <m:t>Q</m:t>
                        </m:r>
                      </m:sup>
                    </m:sSup>
                  </m:oMath>
                </a14:m>
                <a:r>
                  <a:rPr lang="nl-NL" sz="3600" dirty="0">
                    <a:latin typeface="Didact Gothic" panose="00000500000000000000" pitchFamily="2" charset="0"/>
                  </a:rPr>
                  <a:t>)</a:t>
                </a:r>
                <a:endParaRPr lang="el-GR" sz="36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A5ACC732-6597-2C38-5D36-6A9064F50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519" y="430750"/>
                <a:ext cx="5596962" cy="747889"/>
              </a:xfrm>
              <a:prstGeom prst="rect">
                <a:avLst/>
              </a:prstGeom>
              <a:blipFill>
                <a:blip r:embed="rId3"/>
                <a:stretch>
                  <a:fillRect t="-5738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1098;p62">
            <a:extLst>
              <a:ext uri="{FF2B5EF4-FFF2-40B4-BE49-F238E27FC236}">
                <a16:creationId xmlns:a16="http://schemas.microsoft.com/office/drawing/2014/main" id="{FE13C052-4A19-B34D-981E-E1EE618F32DE}"/>
              </a:ext>
            </a:extLst>
          </p:cNvPr>
          <p:cNvSpPr txBox="1">
            <a:spLocks/>
          </p:cNvSpPr>
          <p:nvPr/>
        </p:nvSpPr>
        <p:spPr>
          <a:xfrm>
            <a:off x="776926" y="1646521"/>
            <a:ext cx="6972614" cy="97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l-GR" sz="2400" dirty="0">
                <a:latin typeface="Didact Gothic" panose="00000500000000000000" pitchFamily="2" charset="0"/>
              </a:rPr>
              <a:t>Σ</a:t>
            </a:r>
            <a:r>
              <a:rPr lang="en-US" sz="2400" dirty="0">
                <a:latin typeface="Didact Gothic" panose="00000500000000000000" pitchFamily="2" charset="0"/>
              </a:rPr>
              <a:t> = {+, -, . , 0, 1, 2, … , 9}   Q = {q0,q1,q2, q3, q4, q5}</a:t>
            </a:r>
            <a:endParaRPr lang="el-GR" sz="2400" dirty="0">
              <a:latin typeface="Didact Gothic" panose="00000500000000000000" pitchFamily="2" charset="0"/>
            </a:endParaRPr>
          </a:p>
        </p:txBody>
      </p:sp>
      <p:sp>
        <p:nvSpPr>
          <p:cNvPr id="3" name="Google Shape;1098;p62">
            <a:extLst>
              <a:ext uri="{FF2B5EF4-FFF2-40B4-BE49-F238E27FC236}">
                <a16:creationId xmlns:a16="http://schemas.microsoft.com/office/drawing/2014/main" id="{61C7835C-3CB0-9DFC-CC39-5428F7ABFBD9}"/>
              </a:ext>
            </a:extLst>
          </p:cNvPr>
          <p:cNvSpPr txBox="1">
            <a:spLocks/>
          </p:cNvSpPr>
          <p:nvPr/>
        </p:nvSpPr>
        <p:spPr>
          <a:xfrm>
            <a:off x="776926" y="1159037"/>
            <a:ext cx="7824718" cy="540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US" sz="2400" dirty="0">
                <a:latin typeface="Didact Gothic" panose="00000500000000000000" pitchFamily="2" charset="0"/>
              </a:rPr>
              <a:t>L = </a:t>
            </a:r>
            <a:r>
              <a:rPr lang="en-US" sz="2400" dirty="0" err="1">
                <a:latin typeface="Didact Gothic" panose="00000500000000000000" pitchFamily="2" charset="0"/>
              </a:rPr>
              <a:t>verzameling</a:t>
            </a:r>
            <a:r>
              <a:rPr lang="en-US" sz="2400" dirty="0">
                <a:latin typeface="Didact Gothic" panose="00000500000000000000" pitchFamily="2" charset="0"/>
              </a:rPr>
              <a:t> van </a:t>
            </a:r>
            <a:r>
              <a:rPr lang="en-US" sz="2400" dirty="0" err="1">
                <a:latin typeface="Didact Gothic" panose="00000500000000000000" pitchFamily="2" charset="0"/>
              </a:rPr>
              <a:t>decimale</a:t>
            </a:r>
            <a:r>
              <a:rPr lang="en-US" sz="2400" dirty="0">
                <a:latin typeface="Didact Gothic" panose="00000500000000000000" pitchFamily="2" charset="0"/>
              </a:rPr>
              <a:t> </a:t>
            </a:r>
            <a:r>
              <a:rPr lang="en-US" sz="2400" dirty="0" err="1">
                <a:latin typeface="Didact Gothic" panose="00000500000000000000" pitchFamily="2" charset="0"/>
              </a:rPr>
              <a:t>getallen</a:t>
            </a:r>
            <a:r>
              <a:rPr lang="en-US" sz="2400" dirty="0">
                <a:latin typeface="Didact Gothic" panose="00000500000000000000" pitchFamily="2" charset="0"/>
              </a:rPr>
              <a:t> {0.5, 44.2, .5, 52. , …}</a:t>
            </a:r>
            <a:endParaRPr lang="el-GR" sz="2400" dirty="0">
              <a:latin typeface="Didact Gothic" panose="00000500000000000000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C61D2A-9ED7-2963-17D7-A8D9C3B7CC56}"/>
              </a:ext>
            </a:extLst>
          </p:cNvPr>
          <p:cNvSpPr/>
          <p:nvPr/>
        </p:nvSpPr>
        <p:spPr>
          <a:xfrm>
            <a:off x="1354305" y="3015340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q0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AD931A-73EA-4299-FC9E-BC6C135C23E0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031172" y="3290348"/>
            <a:ext cx="323133" cy="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5DC468F-1D3A-7982-129F-F21C88F2CFD8}"/>
              </a:ext>
            </a:extLst>
          </p:cNvPr>
          <p:cNvSpPr/>
          <p:nvPr/>
        </p:nvSpPr>
        <p:spPr>
          <a:xfrm>
            <a:off x="2806475" y="3015340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q1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167893-E096-3F2E-7188-A29A394B9913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1904320" y="3290348"/>
            <a:ext cx="902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5662276-AE13-2F6A-B887-90BB116B1AC6}"/>
              </a:ext>
            </a:extLst>
          </p:cNvPr>
          <p:cNvSpPr txBox="1"/>
          <p:nvPr/>
        </p:nvSpPr>
        <p:spPr>
          <a:xfrm>
            <a:off x="2037870" y="2996320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+, -, </a:t>
            </a:r>
            <a:r>
              <a:rPr lang="el-GR" sz="1400" dirty="0">
                <a:latin typeface="Didact Gothic" panose="00000500000000000000" pitchFamily="2" charset="0"/>
              </a:rPr>
              <a:t>ε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EAA578C-A449-FF6D-7426-7A517999BA48}"/>
              </a:ext>
            </a:extLst>
          </p:cNvPr>
          <p:cNvSpPr/>
          <p:nvPr/>
        </p:nvSpPr>
        <p:spPr>
          <a:xfrm>
            <a:off x="4258645" y="3015339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q2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5ACA594-F42C-E7ED-B40F-B609F2A6B391}"/>
              </a:ext>
            </a:extLst>
          </p:cNvPr>
          <p:cNvCxnSpPr>
            <a:cxnSpLocks/>
            <a:stCxn id="15" idx="6"/>
            <a:endCxn id="34" idx="2"/>
          </p:cNvCxnSpPr>
          <p:nvPr/>
        </p:nvCxnSpPr>
        <p:spPr>
          <a:xfrm flipV="1">
            <a:off x="3356490" y="3290347"/>
            <a:ext cx="902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1268892-25FC-2BB6-F0BC-3FE2231B4560}"/>
              </a:ext>
            </a:extLst>
          </p:cNvPr>
          <p:cNvSpPr txBox="1"/>
          <p:nvPr/>
        </p:nvSpPr>
        <p:spPr>
          <a:xfrm>
            <a:off x="3420848" y="3022214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0,1,…,9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F38451A5-B0DB-E367-DEE9-0E0C30885616}"/>
              </a:ext>
            </a:extLst>
          </p:cNvPr>
          <p:cNvCxnSpPr>
            <a:stCxn id="34" idx="1"/>
            <a:endCxn id="34" idx="7"/>
          </p:cNvCxnSpPr>
          <p:nvPr/>
        </p:nvCxnSpPr>
        <p:spPr>
          <a:xfrm rot="5400000" flipH="1" flipV="1">
            <a:off x="4533652" y="2901428"/>
            <a:ext cx="12700" cy="388919"/>
          </a:xfrm>
          <a:prstGeom prst="curvedConnector3">
            <a:avLst>
              <a:gd name="adj1" fmla="val 24342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AA9CD59-B8EA-6517-FDFD-21E8DE8BED22}"/>
              </a:ext>
            </a:extLst>
          </p:cNvPr>
          <p:cNvSpPr txBox="1"/>
          <p:nvPr/>
        </p:nvSpPr>
        <p:spPr>
          <a:xfrm>
            <a:off x="4166918" y="2491420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0,1,…,9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0ABAA50-8882-7E86-DCF8-595CB24ED890}"/>
              </a:ext>
            </a:extLst>
          </p:cNvPr>
          <p:cNvSpPr/>
          <p:nvPr/>
        </p:nvSpPr>
        <p:spPr>
          <a:xfrm>
            <a:off x="5710815" y="3022214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q3</a:t>
            </a:r>
            <a:endParaRPr lang="nl-NL" dirty="0">
              <a:latin typeface="Didact Gothic" panose="00000500000000000000" pitchFamily="2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44C8CD-65EC-D954-D32A-7A8FCA7D42D7}"/>
              </a:ext>
            </a:extLst>
          </p:cNvPr>
          <p:cNvSpPr/>
          <p:nvPr/>
        </p:nvSpPr>
        <p:spPr>
          <a:xfrm>
            <a:off x="7178336" y="3029834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q5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D4EAF8-C9C9-6291-38F0-42F75CA909B7}"/>
              </a:ext>
            </a:extLst>
          </p:cNvPr>
          <p:cNvCxnSpPr>
            <a:cxnSpLocks/>
            <a:stCxn id="34" idx="6"/>
            <a:endCxn id="18" idx="2"/>
          </p:cNvCxnSpPr>
          <p:nvPr/>
        </p:nvCxnSpPr>
        <p:spPr>
          <a:xfrm>
            <a:off x="4808660" y="3290347"/>
            <a:ext cx="902155" cy="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4B6D121-0C85-F500-A4E0-501D51DBB4B2}"/>
              </a:ext>
            </a:extLst>
          </p:cNvPr>
          <p:cNvSpPr txBox="1"/>
          <p:nvPr/>
        </p:nvSpPr>
        <p:spPr>
          <a:xfrm>
            <a:off x="4873018" y="2960658"/>
            <a:ext cx="716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sz="1800" b="1" dirty="0">
                <a:latin typeface="Didact Gothic" panose="00000500000000000000" pitchFamily="2" charset="0"/>
              </a:rPr>
              <a:t>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728E33-AB54-9C0B-1A2E-D0FB328B4C6F}"/>
              </a:ext>
            </a:extLst>
          </p:cNvPr>
          <p:cNvCxnSpPr>
            <a:cxnSpLocks/>
            <a:stCxn id="18" idx="6"/>
            <a:endCxn id="30" idx="2"/>
          </p:cNvCxnSpPr>
          <p:nvPr/>
        </p:nvCxnSpPr>
        <p:spPr>
          <a:xfrm>
            <a:off x="6260830" y="3297222"/>
            <a:ext cx="854296" cy="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4305814-A97F-B001-A3BB-743EB6492ED9}"/>
              </a:ext>
            </a:extLst>
          </p:cNvPr>
          <p:cNvSpPr txBox="1"/>
          <p:nvPr/>
        </p:nvSpPr>
        <p:spPr>
          <a:xfrm>
            <a:off x="6381815" y="3013156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l-GR" sz="1400" dirty="0">
                <a:latin typeface="Didact Gothic" panose="00000500000000000000" pitchFamily="2" charset="0"/>
              </a:rPr>
              <a:t>ε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C7D8986-1116-DF17-94AC-48FD8AF63E13}"/>
              </a:ext>
            </a:extLst>
          </p:cNvPr>
          <p:cNvSpPr/>
          <p:nvPr/>
        </p:nvSpPr>
        <p:spPr>
          <a:xfrm>
            <a:off x="4070534" y="3946784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q4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E90E72-68ED-02A8-EF97-513A8FA637A2}"/>
              </a:ext>
            </a:extLst>
          </p:cNvPr>
          <p:cNvCxnSpPr>
            <a:cxnSpLocks/>
            <a:stCxn id="15" idx="5"/>
            <a:endCxn id="37" idx="2"/>
          </p:cNvCxnSpPr>
          <p:nvPr/>
        </p:nvCxnSpPr>
        <p:spPr>
          <a:xfrm>
            <a:off x="3275942" y="3484807"/>
            <a:ext cx="794592" cy="73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5EAFB9A-C105-E1E7-3AFE-EA8BB6954A83}"/>
              </a:ext>
            </a:extLst>
          </p:cNvPr>
          <p:cNvCxnSpPr>
            <a:cxnSpLocks/>
            <a:stCxn id="37" idx="6"/>
            <a:endCxn id="18" idx="3"/>
          </p:cNvCxnSpPr>
          <p:nvPr/>
        </p:nvCxnSpPr>
        <p:spPr>
          <a:xfrm flipV="1">
            <a:off x="4620549" y="3491681"/>
            <a:ext cx="1170814" cy="730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8751D1E-C51B-8E9D-BC55-5E538C02A4A9}"/>
              </a:ext>
            </a:extLst>
          </p:cNvPr>
          <p:cNvSpPr txBox="1"/>
          <p:nvPr/>
        </p:nvSpPr>
        <p:spPr>
          <a:xfrm>
            <a:off x="3172770" y="3604998"/>
            <a:ext cx="716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sz="1800" b="1" dirty="0">
                <a:latin typeface="Didact Gothic" panose="00000500000000000000" pitchFamily="2" charset="0"/>
              </a:rPr>
              <a:t>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3019E9-2A0D-B324-C85C-60B4289E63CA}"/>
              </a:ext>
            </a:extLst>
          </p:cNvPr>
          <p:cNvSpPr txBox="1"/>
          <p:nvPr/>
        </p:nvSpPr>
        <p:spPr>
          <a:xfrm rot="19740677">
            <a:off x="4808660" y="3902615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0,1,…,9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31FEB77C-7EEF-B72E-1DEC-05CA5CE0A218}"/>
              </a:ext>
            </a:extLst>
          </p:cNvPr>
          <p:cNvCxnSpPr>
            <a:cxnSpLocks/>
            <a:stCxn id="18" idx="1"/>
            <a:endCxn id="18" idx="7"/>
          </p:cNvCxnSpPr>
          <p:nvPr/>
        </p:nvCxnSpPr>
        <p:spPr>
          <a:xfrm rot="5400000" flipH="1" flipV="1">
            <a:off x="5985822" y="2908303"/>
            <a:ext cx="12700" cy="388919"/>
          </a:xfrm>
          <a:prstGeom prst="curvedConnector3">
            <a:avLst>
              <a:gd name="adj1" fmla="val 24342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1D5C7F5-B0CF-EFB0-7ADC-D41EEE6B2A23}"/>
              </a:ext>
            </a:extLst>
          </p:cNvPr>
          <p:cNvSpPr txBox="1"/>
          <p:nvPr/>
        </p:nvSpPr>
        <p:spPr>
          <a:xfrm>
            <a:off x="5599823" y="2499607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0,1,…,9</a:t>
            </a:r>
            <a:endParaRPr lang="en-US" sz="1400" dirty="0">
              <a:latin typeface="Didact Gothic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535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AAF984B2-B0BD-4552-C026-3E44D1871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9DD3F7D1-E0D7-0526-F1ED-EA76AB36A393}"/>
              </a:ext>
            </a:extLst>
          </p:cNvPr>
          <p:cNvSpPr/>
          <p:nvPr/>
        </p:nvSpPr>
        <p:spPr>
          <a:xfrm>
            <a:off x="7297538" y="904629"/>
            <a:ext cx="661193" cy="66119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>
              <a:latin typeface="Didact Gothic" panose="00000500000000000000" pitchFamily="2" charset="0"/>
            </a:endParaRPr>
          </a:p>
        </p:txBody>
      </p:sp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7C19785-F365-61C6-0E39-16503B55F283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46B2FE9-3AD4-00BA-FD45-2DFFE6257FEB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98;p62">
            <a:extLst>
              <a:ext uri="{FF2B5EF4-FFF2-40B4-BE49-F238E27FC236}">
                <a16:creationId xmlns:a16="http://schemas.microsoft.com/office/drawing/2014/main" id="{8D02EAEE-50A0-2AF6-3651-90D3E237A718}"/>
              </a:ext>
            </a:extLst>
          </p:cNvPr>
          <p:cNvSpPr txBox="1">
            <a:spLocks/>
          </p:cNvSpPr>
          <p:nvPr/>
        </p:nvSpPr>
        <p:spPr>
          <a:xfrm>
            <a:off x="0" y="1268860"/>
            <a:ext cx="91440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l-GR" sz="3600" dirty="0">
              <a:latin typeface="Didact Gothic" panose="00000500000000000000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D2042A5-F5D3-8850-7806-DFF6BBAEA2B6}"/>
              </a:ext>
            </a:extLst>
          </p:cNvPr>
          <p:cNvSpPr/>
          <p:nvPr/>
        </p:nvSpPr>
        <p:spPr>
          <a:xfrm>
            <a:off x="1536717" y="946469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q0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3AEA76-94F4-9793-6416-FA7550097DD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1213584" y="1221477"/>
            <a:ext cx="323133" cy="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AB80275-301C-5ED5-24DD-169D0956D8E1}"/>
              </a:ext>
            </a:extLst>
          </p:cNvPr>
          <p:cNvSpPr/>
          <p:nvPr/>
        </p:nvSpPr>
        <p:spPr>
          <a:xfrm>
            <a:off x="2988887" y="946469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q1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9430CC-DFE1-B5AF-154D-B2CEB95ED246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2086732" y="1221477"/>
            <a:ext cx="902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2699C3-E02D-E996-3320-7C764BF01223}"/>
              </a:ext>
            </a:extLst>
          </p:cNvPr>
          <p:cNvSpPr txBox="1"/>
          <p:nvPr/>
        </p:nvSpPr>
        <p:spPr>
          <a:xfrm>
            <a:off x="2220282" y="927449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+, -, </a:t>
            </a:r>
            <a:r>
              <a:rPr lang="el-GR" sz="1400" dirty="0">
                <a:latin typeface="Didact Gothic" panose="00000500000000000000" pitchFamily="2" charset="0"/>
              </a:rPr>
              <a:t>ε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848BCE0-1FC9-FEA8-B2FB-70EE3F2E8076}"/>
              </a:ext>
            </a:extLst>
          </p:cNvPr>
          <p:cNvSpPr/>
          <p:nvPr/>
        </p:nvSpPr>
        <p:spPr>
          <a:xfrm>
            <a:off x="4441057" y="946468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q2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DEE8BD-5E4A-85C9-14AE-0AA7B35546C1}"/>
              </a:ext>
            </a:extLst>
          </p:cNvPr>
          <p:cNvCxnSpPr>
            <a:cxnSpLocks/>
            <a:stCxn id="15" idx="6"/>
            <a:endCxn id="34" idx="2"/>
          </p:cNvCxnSpPr>
          <p:nvPr/>
        </p:nvCxnSpPr>
        <p:spPr>
          <a:xfrm flipV="1">
            <a:off x="3538902" y="1221476"/>
            <a:ext cx="902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00F6E04-B031-BDAE-E1DD-4B326A2AE0E1}"/>
              </a:ext>
            </a:extLst>
          </p:cNvPr>
          <p:cNvSpPr txBox="1"/>
          <p:nvPr/>
        </p:nvSpPr>
        <p:spPr>
          <a:xfrm>
            <a:off x="3603260" y="953343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0,1,…,9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B5E2D8B2-1C27-7346-0F6C-27F317B86C36}"/>
              </a:ext>
            </a:extLst>
          </p:cNvPr>
          <p:cNvCxnSpPr>
            <a:stCxn id="34" idx="1"/>
            <a:endCxn id="34" idx="7"/>
          </p:cNvCxnSpPr>
          <p:nvPr/>
        </p:nvCxnSpPr>
        <p:spPr>
          <a:xfrm rot="5400000" flipH="1" flipV="1">
            <a:off x="4716064" y="832557"/>
            <a:ext cx="12700" cy="388919"/>
          </a:xfrm>
          <a:prstGeom prst="curvedConnector3">
            <a:avLst>
              <a:gd name="adj1" fmla="val 24342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87CAD3A-C4BB-F3C6-4759-C8C2C28F4789}"/>
              </a:ext>
            </a:extLst>
          </p:cNvPr>
          <p:cNvSpPr txBox="1"/>
          <p:nvPr/>
        </p:nvSpPr>
        <p:spPr>
          <a:xfrm>
            <a:off x="4349330" y="422549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0,1,…,9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CA49D3-5220-9375-D7D9-BF318C81D401}"/>
              </a:ext>
            </a:extLst>
          </p:cNvPr>
          <p:cNvSpPr/>
          <p:nvPr/>
        </p:nvSpPr>
        <p:spPr>
          <a:xfrm>
            <a:off x="5893227" y="953343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q3</a:t>
            </a:r>
            <a:endParaRPr lang="nl-NL" dirty="0">
              <a:latin typeface="Didact Gothic" panose="00000500000000000000" pitchFamily="2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B172E3D-8729-CB16-2123-94B9162477A3}"/>
              </a:ext>
            </a:extLst>
          </p:cNvPr>
          <p:cNvSpPr/>
          <p:nvPr/>
        </p:nvSpPr>
        <p:spPr>
          <a:xfrm>
            <a:off x="7360748" y="960963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q5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ED3EB78-E366-0A3A-F02C-B82F306A3947}"/>
              </a:ext>
            </a:extLst>
          </p:cNvPr>
          <p:cNvCxnSpPr>
            <a:cxnSpLocks/>
            <a:stCxn id="34" idx="6"/>
            <a:endCxn id="18" idx="2"/>
          </p:cNvCxnSpPr>
          <p:nvPr/>
        </p:nvCxnSpPr>
        <p:spPr>
          <a:xfrm>
            <a:off x="4991072" y="1221476"/>
            <a:ext cx="902155" cy="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CAFE145-4669-C948-23CF-362741A3CC6F}"/>
              </a:ext>
            </a:extLst>
          </p:cNvPr>
          <p:cNvSpPr txBox="1"/>
          <p:nvPr/>
        </p:nvSpPr>
        <p:spPr>
          <a:xfrm>
            <a:off x="5055430" y="891787"/>
            <a:ext cx="716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sz="1800" b="1" dirty="0">
                <a:latin typeface="Didact Gothic" panose="00000500000000000000" pitchFamily="2" charset="0"/>
              </a:rPr>
              <a:t>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43F1B2-4F58-62E5-148B-1202F04DD185}"/>
              </a:ext>
            </a:extLst>
          </p:cNvPr>
          <p:cNvCxnSpPr>
            <a:cxnSpLocks/>
            <a:stCxn id="18" idx="6"/>
            <a:endCxn id="30" idx="2"/>
          </p:cNvCxnSpPr>
          <p:nvPr/>
        </p:nvCxnSpPr>
        <p:spPr>
          <a:xfrm>
            <a:off x="6443242" y="1228351"/>
            <a:ext cx="854296" cy="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6C18D00-87BE-2336-791B-C753C6B8D2FA}"/>
              </a:ext>
            </a:extLst>
          </p:cNvPr>
          <p:cNvSpPr txBox="1"/>
          <p:nvPr/>
        </p:nvSpPr>
        <p:spPr>
          <a:xfrm>
            <a:off x="6564227" y="944285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l-GR" sz="1400" dirty="0">
                <a:latin typeface="Didact Gothic" panose="00000500000000000000" pitchFamily="2" charset="0"/>
              </a:rPr>
              <a:t>ε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6C99069-5DF8-19D8-88CB-FB46F537230E}"/>
              </a:ext>
            </a:extLst>
          </p:cNvPr>
          <p:cNvSpPr/>
          <p:nvPr/>
        </p:nvSpPr>
        <p:spPr>
          <a:xfrm>
            <a:off x="4252946" y="1877913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q4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61469D-2EC1-9320-0082-BABD37E4D22F}"/>
              </a:ext>
            </a:extLst>
          </p:cNvPr>
          <p:cNvCxnSpPr>
            <a:cxnSpLocks/>
            <a:stCxn id="15" idx="5"/>
            <a:endCxn id="37" idx="2"/>
          </p:cNvCxnSpPr>
          <p:nvPr/>
        </p:nvCxnSpPr>
        <p:spPr>
          <a:xfrm>
            <a:off x="3458354" y="1415936"/>
            <a:ext cx="794592" cy="73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0A99880-F72E-790B-4106-3ACA2CA2F02F}"/>
              </a:ext>
            </a:extLst>
          </p:cNvPr>
          <p:cNvCxnSpPr>
            <a:cxnSpLocks/>
            <a:stCxn id="37" idx="6"/>
            <a:endCxn id="18" idx="3"/>
          </p:cNvCxnSpPr>
          <p:nvPr/>
        </p:nvCxnSpPr>
        <p:spPr>
          <a:xfrm flipV="1">
            <a:off x="4802961" y="1422810"/>
            <a:ext cx="1170814" cy="730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DB98386-91EF-A168-77E9-83D0207344CB}"/>
              </a:ext>
            </a:extLst>
          </p:cNvPr>
          <p:cNvSpPr txBox="1"/>
          <p:nvPr/>
        </p:nvSpPr>
        <p:spPr>
          <a:xfrm>
            <a:off x="3355182" y="1536127"/>
            <a:ext cx="716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sz="1800" b="1" dirty="0">
                <a:latin typeface="Didact Gothic" panose="00000500000000000000" pitchFamily="2" charset="0"/>
              </a:rPr>
              <a:t>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EEA830-7C3D-05B8-930F-9FC95C14DB16}"/>
              </a:ext>
            </a:extLst>
          </p:cNvPr>
          <p:cNvSpPr txBox="1"/>
          <p:nvPr/>
        </p:nvSpPr>
        <p:spPr>
          <a:xfrm rot="19740677">
            <a:off x="4991072" y="1833744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0,1,…,9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4" name="Google Shape;1098;p62">
            <a:extLst>
              <a:ext uri="{FF2B5EF4-FFF2-40B4-BE49-F238E27FC236}">
                <a16:creationId xmlns:a16="http://schemas.microsoft.com/office/drawing/2014/main" id="{C2E062B2-BF26-8E1E-4E4D-8FBCBC0838B6}"/>
              </a:ext>
            </a:extLst>
          </p:cNvPr>
          <p:cNvSpPr txBox="1">
            <a:spLocks/>
          </p:cNvSpPr>
          <p:nvPr/>
        </p:nvSpPr>
        <p:spPr>
          <a:xfrm>
            <a:off x="703650" y="2392251"/>
            <a:ext cx="997356" cy="55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US" sz="2400" dirty="0" err="1">
                <a:latin typeface="Didact Gothic" panose="00000500000000000000" pitchFamily="2" charset="0"/>
              </a:rPr>
              <a:t>Bvb</a:t>
            </a:r>
            <a:r>
              <a:rPr lang="en-US" sz="2400" dirty="0">
                <a:latin typeface="Didact Gothic" panose="00000500000000000000" pitchFamily="2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A5874-81FC-B14E-9CBD-BBB67221CD8C}"/>
              </a:ext>
            </a:extLst>
          </p:cNvPr>
          <p:cNvSpPr txBox="1"/>
          <p:nvPr/>
        </p:nvSpPr>
        <p:spPr>
          <a:xfrm>
            <a:off x="465731" y="3171152"/>
            <a:ext cx="11545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chemeClr val="accent5"/>
              </a:buClr>
              <a:buSzPts val="1800"/>
              <a:buFont typeface="Didact Gothic"/>
              <a:buNone/>
              <a:defRPr sz="2400">
                <a:solidFill>
                  <a:schemeClr val="accent5"/>
                </a:solidFill>
                <a:latin typeface="Didact Gothic" panose="00000500000000000000" pitchFamily="2" charset="0"/>
                <a:ea typeface="Didact Gothic"/>
                <a:cs typeface="Didact Gothic"/>
              </a:defRPr>
            </a:lvl1pPr>
            <a:lvl2pPr marL="914400" indent="-317500" algn="ctr"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2pPr>
            <a:lvl3pPr marL="13716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3pPr>
            <a:lvl4pPr marL="18288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4pPr>
            <a:lvl5pPr marL="22860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5pPr>
            <a:lvl6pPr marL="27432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6pPr>
            <a:lvl7pPr marL="32004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7pPr>
            <a:lvl8pPr marL="36576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8pPr>
            <a:lvl9pPr marL="4114800" indent="-317500" algn="ctr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9pPr>
          </a:lstStyle>
          <a:p>
            <a:r>
              <a:rPr lang="en-US" dirty="0"/>
              <a:t>1.11</a:t>
            </a:r>
            <a:endParaRPr lang="el-GR" dirty="0"/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D084EBF6-4018-1892-48BC-ADCACF388DE8}"/>
              </a:ext>
            </a:extLst>
          </p:cNvPr>
          <p:cNvCxnSpPr>
            <a:cxnSpLocks/>
            <a:stCxn id="18" idx="1"/>
            <a:endCxn id="18" idx="7"/>
          </p:cNvCxnSpPr>
          <p:nvPr/>
        </p:nvCxnSpPr>
        <p:spPr>
          <a:xfrm rot="5400000" flipH="1" flipV="1">
            <a:off x="6168234" y="839432"/>
            <a:ext cx="12700" cy="388919"/>
          </a:xfrm>
          <a:prstGeom prst="curvedConnector3">
            <a:avLst>
              <a:gd name="adj1" fmla="val 24342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20DA5C-EC20-DF03-0397-64F240946263}"/>
              </a:ext>
            </a:extLst>
          </p:cNvPr>
          <p:cNvSpPr txBox="1"/>
          <p:nvPr/>
        </p:nvSpPr>
        <p:spPr>
          <a:xfrm>
            <a:off x="5799447" y="440143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0,1,…,9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C935A6-C747-8AB3-BA6C-F021B334DACD}"/>
              </a:ext>
            </a:extLst>
          </p:cNvPr>
          <p:cNvSpPr/>
          <p:nvPr/>
        </p:nvSpPr>
        <p:spPr>
          <a:xfrm>
            <a:off x="1446578" y="3130171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q0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9010B7-6573-C2AE-A1E6-9B82B82173CA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123445" y="3405179"/>
            <a:ext cx="323133" cy="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E0D2621-6944-6A34-B7C4-F23F8A5F6B33}"/>
              </a:ext>
            </a:extLst>
          </p:cNvPr>
          <p:cNvSpPr/>
          <p:nvPr/>
        </p:nvSpPr>
        <p:spPr>
          <a:xfrm>
            <a:off x="2460443" y="3130171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q1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86B7A4-8447-82B3-7FD8-DB4EC4AC2180}"/>
              </a:ext>
            </a:extLst>
          </p:cNvPr>
          <p:cNvCxnSpPr>
            <a:cxnSpLocks/>
            <a:stCxn id="20" idx="6"/>
            <a:endCxn id="24" idx="2"/>
          </p:cNvCxnSpPr>
          <p:nvPr/>
        </p:nvCxnSpPr>
        <p:spPr>
          <a:xfrm>
            <a:off x="1996593" y="3405179"/>
            <a:ext cx="463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3B1604A-285F-4CD6-5552-3F1E021FD1C3}"/>
              </a:ext>
            </a:extLst>
          </p:cNvPr>
          <p:cNvSpPr txBox="1"/>
          <p:nvPr/>
        </p:nvSpPr>
        <p:spPr>
          <a:xfrm>
            <a:off x="2046721" y="3097448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l-GR" sz="1400" dirty="0">
                <a:latin typeface="Didact Gothic" panose="00000500000000000000" pitchFamily="2" charset="0"/>
              </a:rPr>
              <a:t>ε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3CDD5B3-B490-DF5E-3175-6D42A1CB7252}"/>
              </a:ext>
            </a:extLst>
          </p:cNvPr>
          <p:cNvSpPr/>
          <p:nvPr/>
        </p:nvSpPr>
        <p:spPr>
          <a:xfrm>
            <a:off x="3472769" y="3134712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q2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105558B-7990-AD9F-7EE2-50E8F0A53199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>
            <a:off x="3010458" y="3405179"/>
            <a:ext cx="462311" cy="4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0E1B274-B7E4-128F-6003-84999E760336}"/>
              </a:ext>
            </a:extLst>
          </p:cNvPr>
          <p:cNvSpPr txBox="1"/>
          <p:nvPr/>
        </p:nvSpPr>
        <p:spPr>
          <a:xfrm>
            <a:off x="3060586" y="3130171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26AC2D6-EF88-32CC-8316-C2BA13ADD42A}"/>
              </a:ext>
            </a:extLst>
          </p:cNvPr>
          <p:cNvSpPr/>
          <p:nvPr/>
        </p:nvSpPr>
        <p:spPr>
          <a:xfrm>
            <a:off x="4413519" y="3126608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q3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AC7B77D-8D4C-D390-0503-2F97AD9EE9F9}"/>
              </a:ext>
            </a:extLst>
          </p:cNvPr>
          <p:cNvCxnSpPr>
            <a:cxnSpLocks/>
            <a:stCxn id="41" idx="6"/>
            <a:endCxn id="47" idx="2"/>
          </p:cNvCxnSpPr>
          <p:nvPr/>
        </p:nvCxnSpPr>
        <p:spPr>
          <a:xfrm flipV="1">
            <a:off x="4022784" y="3401616"/>
            <a:ext cx="390735" cy="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1F676E2-4102-2BBD-2E95-411B5543BF2D}"/>
              </a:ext>
            </a:extLst>
          </p:cNvPr>
          <p:cNvSpPr txBox="1"/>
          <p:nvPr/>
        </p:nvSpPr>
        <p:spPr>
          <a:xfrm>
            <a:off x="4074451" y="3138429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.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132BD55-AC1B-D9A7-60B2-2E82885E5DCB}"/>
              </a:ext>
            </a:extLst>
          </p:cNvPr>
          <p:cNvSpPr/>
          <p:nvPr/>
        </p:nvSpPr>
        <p:spPr>
          <a:xfrm>
            <a:off x="5442688" y="3127401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q3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6124CEB-709E-F9CF-65EF-30710D200E5C}"/>
              </a:ext>
            </a:extLst>
          </p:cNvPr>
          <p:cNvCxnSpPr>
            <a:cxnSpLocks/>
            <a:stCxn id="47" idx="6"/>
            <a:endCxn id="51" idx="2"/>
          </p:cNvCxnSpPr>
          <p:nvPr/>
        </p:nvCxnSpPr>
        <p:spPr>
          <a:xfrm>
            <a:off x="4963534" y="3401616"/>
            <a:ext cx="479154" cy="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52F82F7-E191-5954-E68A-DB6501BA53B2}"/>
              </a:ext>
            </a:extLst>
          </p:cNvPr>
          <p:cNvSpPr txBox="1"/>
          <p:nvPr/>
        </p:nvSpPr>
        <p:spPr>
          <a:xfrm>
            <a:off x="5084320" y="3130171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B682AD3-F461-93FA-0064-6EBD527D81ED}"/>
              </a:ext>
            </a:extLst>
          </p:cNvPr>
          <p:cNvSpPr/>
          <p:nvPr/>
        </p:nvSpPr>
        <p:spPr>
          <a:xfrm>
            <a:off x="6446492" y="3123050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q3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567AFB0-33F8-EAB0-20B6-EC8955A5791B}"/>
              </a:ext>
            </a:extLst>
          </p:cNvPr>
          <p:cNvCxnSpPr>
            <a:cxnSpLocks/>
            <a:stCxn id="51" idx="6"/>
            <a:endCxn id="56" idx="2"/>
          </p:cNvCxnSpPr>
          <p:nvPr/>
        </p:nvCxnSpPr>
        <p:spPr>
          <a:xfrm flipV="1">
            <a:off x="5992703" y="3398058"/>
            <a:ext cx="453789" cy="4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CF6E616-099C-A60C-CD99-EB5D69074CC7}"/>
              </a:ext>
            </a:extLst>
          </p:cNvPr>
          <p:cNvSpPr txBox="1"/>
          <p:nvPr/>
        </p:nvSpPr>
        <p:spPr>
          <a:xfrm>
            <a:off x="6094189" y="3127401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1</a:t>
            </a:r>
          </a:p>
        </p:txBody>
      </p:sp>
      <p:grpSp>
        <p:nvGrpSpPr>
          <p:cNvPr id="59" name="Google Shape;11788;p135">
            <a:extLst>
              <a:ext uri="{FF2B5EF4-FFF2-40B4-BE49-F238E27FC236}">
                <a16:creationId xmlns:a16="http://schemas.microsoft.com/office/drawing/2014/main" id="{DFD78590-28EA-1CBF-1835-68B20BD42AAB}"/>
              </a:ext>
            </a:extLst>
          </p:cNvPr>
          <p:cNvGrpSpPr/>
          <p:nvPr/>
        </p:nvGrpSpPr>
        <p:grpSpPr>
          <a:xfrm>
            <a:off x="8022550" y="3136139"/>
            <a:ext cx="658331" cy="551828"/>
            <a:chOff x="5223611" y="3731112"/>
            <a:chExt cx="371782" cy="274285"/>
          </a:xfrm>
        </p:grpSpPr>
        <p:sp>
          <p:nvSpPr>
            <p:cNvPr id="60" name="Google Shape;11789;p135">
              <a:extLst>
                <a:ext uri="{FF2B5EF4-FFF2-40B4-BE49-F238E27FC236}">
                  <a16:creationId xmlns:a16="http://schemas.microsoft.com/office/drawing/2014/main" id="{E4937D41-E88C-F507-F31E-8761F197B271}"/>
                </a:ext>
              </a:extLst>
            </p:cNvPr>
            <p:cNvSpPr/>
            <p:nvPr/>
          </p:nvSpPr>
          <p:spPr>
            <a:xfrm>
              <a:off x="5223611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1" name="Google Shape;11790;p135">
              <a:extLst>
                <a:ext uri="{FF2B5EF4-FFF2-40B4-BE49-F238E27FC236}">
                  <a16:creationId xmlns:a16="http://schemas.microsoft.com/office/drawing/2014/main" id="{3985103E-C04D-120B-FB4F-B300B71145F9}"/>
                </a:ext>
              </a:extLst>
            </p:cNvPr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rgbClr val="2F5F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95E85AF-0044-5E5E-D6D0-8671C7F4D13B}"/>
              </a:ext>
            </a:extLst>
          </p:cNvPr>
          <p:cNvSpPr txBox="1"/>
          <p:nvPr/>
        </p:nvSpPr>
        <p:spPr>
          <a:xfrm>
            <a:off x="465731" y="3842321"/>
            <a:ext cx="11545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chemeClr val="accent5"/>
              </a:buClr>
              <a:buSzPts val="1800"/>
              <a:buFont typeface="Didact Gothic"/>
              <a:buNone/>
              <a:defRPr sz="2400">
                <a:solidFill>
                  <a:schemeClr val="accent5"/>
                </a:solidFill>
                <a:latin typeface="Didact Gothic" panose="00000500000000000000" pitchFamily="2" charset="0"/>
                <a:ea typeface="Didact Gothic"/>
                <a:cs typeface="Didact Gothic"/>
              </a:defRPr>
            </a:lvl1pPr>
            <a:lvl2pPr marL="914400" indent="-317500" algn="ctr"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2pPr>
            <a:lvl3pPr marL="13716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3pPr>
            <a:lvl4pPr marL="18288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4pPr>
            <a:lvl5pPr marL="22860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5pPr>
            <a:lvl6pPr marL="27432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6pPr>
            <a:lvl7pPr marL="32004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7pPr>
            <a:lvl8pPr marL="3657600" indent="-317500" algn="ctr">
              <a:spcBef>
                <a:spcPts val="1600"/>
              </a:spcBef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8pPr>
            <a:lvl9pPr marL="4114800" indent="-317500" algn="ctr"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</a:defRPr>
            </a:lvl9pPr>
          </a:lstStyle>
          <a:p>
            <a:r>
              <a:rPr lang="en-US" dirty="0"/>
              <a:t>152</a:t>
            </a:r>
            <a:endParaRPr lang="el-GR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435CCC6-5DCF-C459-2DFC-388E18FD5703}"/>
              </a:ext>
            </a:extLst>
          </p:cNvPr>
          <p:cNvSpPr/>
          <p:nvPr/>
        </p:nvSpPr>
        <p:spPr>
          <a:xfrm>
            <a:off x="1462095" y="3822231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q0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152" name="Straight Arrow Connector 1151">
            <a:extLst>
              <a:ext uri="{FF2B5EF4-FFF2-40B4-BE49-F238E27FC236}">
                <a16:creationId xmlns:a16="http://schemas.microsoft.com/office/drawing/2014/main" id="{C8701DC4-5490-FB91-4A58-B91D83D6017A}"/>
              </a:ext>
            </a:extLst>
          </p:cNvPr>
          <p:cNvCxnSpPr>
            <a:cxnSpLocks/>
            <a:endCxn id="63" idx="2"/>
          </p:cNvCxnSpPr>
          <p:nvPr/>
        </p:nvCxnSpPr>
        <p:spPr>
          <a:xfrm flipV="1">
            <a:off x="1138962" y="4097239"/>
            <a:ext cx="323133" cy="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3" name="Oval 1152">
            <a:extLst>
              <a:ext uri="{FF2B5EF4-FFF2-40B4-BE49-F238E27FC236}">
                <a16:creationId xmlns:a16="http://schemas.microsoft.com/office/drawing/2014/main" id="{90A97EE0-4986-6483-B3EE-C0487DBF6F27}"/>
              </a:ext>
            </a:extLst>
          </p:cNvPr>
          <p:cNvSpPr/>
          <p:nvPr/>
        </p:nvSpPr>
        <p:spPr>
          <a:xfrm>
            <a:off x="2475960" y="3822231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q1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154" name="Straight Arrow Connector 1153">
            <a:extLst>
              <a:ext uri="{FF2B5EF4-FFF2-40B4-BE49-F238E27FC236}">
                <a16:creationId xmlns:a16="http://schemas.microsoft.com/office/drawing/2014/main" id="{5DF46BDA-888F-F12E-5306-BE8E0FD96CC8}"/>
              </a:ext>
            </a:extLst>
          </p:cNvPr>
          <p:cNvCxnSpPr>
            <a:cxnSpLocks/>
            <a:stCxn id="63" idx="6"/>
            <a:endCxn id="1153" idx="2"/>
          </p:cNvCxnSpPr>
          <p:nvPr/>
        </p:nvCxnSpPr>
        <p:spPr>
          <a:xfrm>
            <a:off x="2012110" y="4097239"/>
            <a:ext cx="463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5" name="TextBox 1154">
            <a:extLst>
              <a:ext uri="{FF2B5EF4-FFF2-40B4-BE49-F238E27FC236}">
                <a16:creationId xmlns:a16="http://schemas.microsoft.com/office/drawing/2014/main" id="{F87D2F95-A017-9836-B0A6-E0C4B13610C1}"/>
              </a:ext>
            </a:extLst>
          </p:cNvPr>
          <p:cNvSpPr txBox="1"/>
          <p:nvPr/>
        </p:nvSpPr>
        <p:spPr>
          <a:xfrm>
            <a:off x="2062238" y="3789508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l-GR" sz="1400" dirty="0">
                <a:latin typeface="Didact Gothic" panose="00000500000000000000" pitchFamily="2" charset="0"/>
              </a:rPr>
              <a:t>ε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D005EC82-EA73-06C8-17DD-D7F545084DD7}"/>
              </a:ext>
            </a:extLst>
          </p:cNvPr>
          <p:cNvSpPr/>
          <p:nvPr/>
        </p:nvSpPr>
        <p:spPr>
          <a:xfrm>
            <a:off x="3489825" y="3854954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q2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157" name="Straight Arrow Connector 1156">
            <a:extLst>
              <a:ext uri="{FF2B5EF4-FFF2-40B4-BE49-F238E27FC236}">
                <a16:creationId xmlns:a16="http://schemas.microsoft.com/office/drawing/2014/main" id="{E1EF527C-7E09-5FCC-C683-1DCC2A49A185}"/>
              </a:ext>
            </a:extLst>
          </p:cNvPr>
          <p:cNvCxnSpPr>
            <a:cxnSpLocks/>
            <a:endCxn id="1156" idx="2"/>
          </p:cNvCxnSpPr>
          <p:nvPr/>
        </p:nvCxnSpPr>
        <p:spPr>
          <a:xfrm>
            <a:off x="3025975" y="4129962"/>
            <a:ext cx="463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8" name="TextBox 1157">
            <a:extLst>
              <a:ext uri="{FF2B5EF4-FFF2-40B4-BE49-F238E27FC236}">
                <a16:creationId xmlns:a16="http://schemas.microsoft.com/office/drawing/2014/main" id="{46577398-29F7-376A-DDB0-DE2160799A69}"/>
              </a:ext>
            </a:extLst>
          </p:cNvPr>
          <p:cNvSpPr txBox="1"/>
          <p:nvPr/>
        </p:nvSpPr>
        <p:spPr>
          <a:xfrm>
            <a:off x="3076103" y="3822231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1</a:t>
            </a:r>
          </a:p>
        </p:txBody>
      </p:sp>
      <p:sp>
        <p:nvSpPr>
          <p:cNvPr id="1159" name="Oval 1158">
            <a:extLst>
              <a:ext uri="{FF2B5EF4-FFF2-40B4-BE49-F238E27FC236}">
                <a16:creationId xmlns:a16="http://schemas.microsoft.com/office/drawing/2014/main" id="{AE601D18-0914-1745-FCBE-915E9DEF087F}"/>
              </a:ext>
            </a:extLst>
          </p:cNvPr>
          <p:cNvSpPr/>
          <p:nvPr/>
        </p:nvSpPr>
        <p:spPr>
          <a:xfrm>
            <a:off x="4503690" y="3863212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q2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45A4D48A-E251-9D90-33C9-96B4DACD3BB4}"/>
              </a:ext>
            </a:extLst>
          </p:cNvPr>
          <p:cNvCxnSpPr>
            <a:cxnSpLocks/>
            <a:endCxn id="1159" idx="2"/>
          </p:cNvCxnSpPr>
          <p:nvPr/>
        </p:nvCxnSpPr>
        <p:spPr>
          <a:xfrm>
            <a:off x="4039840" y="4138220"/>
            <a:ext cx="463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76F09C07-47FF-E323-D612-986B766E804A}"/>
              </a:ext>
            </a:extLst>
          </p:cNvPr>
          <p:cNvSpPr txBox="1"/>
          <p:nvPr/>
        </p:nvSpPr>
        <p:spPr>
          <a:xfrm>
            <a:off x="4089968" y="3830489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5</a:t>
            </a: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82164E26-EF22-9254-13B3-D27B338CA6B9}"/>
              </a:ext>
            </a:extLst>
          </p:cNvPr>
          <p:cNvSpPr/>
          <p:nvPr/>
        </p:nvSpPr>
        <p:spPr>
          <a:xfrm>
            <a:off x="5517555" y="3874640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q2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565938EB-FD04-6CDB-17D3-D95693E4D8F4}"/>
              </a:ext>
            </a:extLst>
          </p:cNvPr>
          <p:cNvCxnSpPr>
            <a:cxnSpLocks/>
            <a:endCxn id="1162" idx="2"/>
          </p:cNvCxnSpPr>
          <p:nvPr/>
        </p:nvCxnSpPr>
        <p:spPr>
          <a:xfrm>
            <a:off x="5053705" y="4149648"/>
            <a:ext cx="463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4" name="TextBox 1163">
            <a:extLst>
              <a:ext uri="{FF2B5EF4-FFF2-40B4-BE49-F238E27FC236}">
                <a16:creationId xmlns:a16="http://schemas.microsoft.com/office/drawing/2014/main" id="{BFA147E6-8D59-AD02-FEF0-A52C3D7AB873}"/>
              </a:ext>
            </a:extLst>
          </p:cNvPr>
          <p:cNvSpPr txBox="1"/>
          <p:nvPr/>
        </p:nvSpPr>
        <p:spPr>
          <a:xfrm>
            <a:off x="5103833" y="3841917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n-US" sz="1400" dirty="0">
                <a:latin typeface="Didact Gothic" panose="00000500000000000000" pitchFamily="2" charset="0"/>
              </a:rPr>
              <a:t>2</a:t>
            </a:r>
          </a:p>
        </p:txBody>
      </p:sp>
      <p:sp>
        <p:nvSpPr>
          <p:cNvPr id="1165" name="Google Shape;11791;p135">
            <a:extLst>
              <a:ext uri="{FF2B5EF4-FFF2-40B4-BE49-F238E27FC236}">
                <a16:creationId xmlns:a16="http://schemas.microsoft.com/office/drawing/2014/main" id="{400396E1-3CAB-3D30-F873-9D6BD7D8279F}"/>
              </a:ext>
            </a:extLst>
          </p:cNvPr>
          <p:cNvSpPr/>
          <p:nvPr/>
        </p:nvSpPr>
        <p:spPr>
          <a:xfrm>
            <a:off x="6741974" y="3835830"/>
            <a:ext cx="555564" cy="550015"/>
          </a:xfrm>
          <a:custGeom>
            <a:avLst/>
            <a:gdLst/>
            <a:ahLst/>
            <a:cxnLst/>
            <a:rect l="l" t="t" r="r" b="b"/>
            <a:pathLst>
              <a:path w="11113" h="11002" extrusionOk="0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6" name="Oval 1165">
            <a:extLst>
              <a:ext uri="{FF2B5EF4-FFF2-40B4-BE49-F238E27FC236}">
                <a16:creationId xmlns:a16="http://schemas.microsoft.com/office/drawing/2014/main" id="{A1B36FFF-6C1B-F7A7-1E85-3C86EEDEEFEA}"/>
              </a:ext>
            </a:extLst>
          </p:cNvPr>
          <p:cNvSpPr/>
          <p:nvPr/>
        </p:nvSpPr>
        <p:spPr>
          <a:xfrm>
            <a:off x="7399104" y="3123049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q5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1167" name="Straight Arrow Connector 1166">
            <a:extLst>
              <a:ext uri="{FF2B5EF4-FFF2-40B4-BE49-F238E27FC236}">
                <a16:creationId xmlns:a16="http://schemas.microsoft.com/office/drawing/2014/main" id="{A27D240B-7F56-33A0-891F-2A8592001756}"/>
              </a:ext>
            </a:extLst>
          </p:cNvPr>
          <p:cNvCxnSpPr>
            <a:cxnSpLocks/>
            <a:stCxn id="56" idx="6"/>
            <a:endCxn id="1166" idx="2"/>
          </p:cNvCxnSpPr>
          <p:nvPr/>
        </p:nvCxnSpPr>
        <p:spPr>
          <a:xfrm flipV="1">
            <a:off x="6996507" y="3398057"/>
            <a:ext cx="4025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TextBox 1167">
            <a:extLst>
              <a:ext uri="{FF2B5EF4-FFF2-40B4-BE49-F238E27FC236}">
                <a16:creationId xmlns:a16="http://schemas.microsoft.com/office/drawing/2014/main" id="{0442CD71-704F-6AE5-8177-60CBCF0B27FB}"/>
              </a:ext>
            </a:extLst>
          </p:cNvPr>
          <p:cNvSpPr txBox="1"/>
          <p:nvPr/>
        </p:nvSpPr>
        <p:spPr>
          <a:xfrm>
            <a:off x="7068992" y="3127401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/>
            <a:r>
              <a:rPr lang="el-GR" sz="1400" dirty="0">
                <a:latin typeface="Didact Gothic" panose="00000500000000000000" pitchFamily="2" charset="0"/>
              </a:rPr>
              <a:t>ε</a:t>
            </a:r>
            <a:endParaRPr lang="en-US" sz="1400" dirty="0">
              <a:latin typeface="Didact Gothic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53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2BFB36CE-BA9E-B75C-CFCA-E1F54BB7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5">
            <a:extLst>
              <a:ext uri="{FF2B5EF4-FFF2-40B4-BE49-F238E27FC236}">
                <a16:creationId xmlns:a16="http://schemas.microsoft.com/office/drawing/2014/main" id="{1305EBA2-F74A-9763-EEF7-700C4614FF2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492100" y="1807216"/>
            <a:ext cx="4159800" cy="112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MSSC</a:t>
            </a:r>
            <a:endParaRPr dirty="0"/>
          </a:p>
        </p:txBody>
      </p:sp>
      <p:sp>
        <p:nvSpPr>
          <p:cNvPr id="1353" name="Google Shape;1353;p65">
            <a:extLst>
              <a:ext uri="{FF2B5EF4-FFF2-40B4-BE49-F238E27FC236}">
                <a16:creationId xmlns:a16="http://schemas.microsoft.com/office/drawing/2014/main" id="{3CBC05C6-8A8A-8CDB-69E8-D2FAE6CB976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54076" y="3007555"/>
            <a:ext cx="5630177" cy="63052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 err="1"/>
              <a:t>Modified</a:t>
            </a:r>
            <a:r>
              <a:rPr lang="nl-NL" dirty="0"/>
              <a:t> </a:t>
            </a:r>
            <a:r>
              <a:rPr lang="nl-NL" dirty="0" err="1"/>
              <a:t>SubSet</a:t>
            </a:r>
            <a:r>
              <a:rPr lang="nl-NL" dirty="0"/>
              <a:t> Constructie</a:t>
            </a:r>
            <a:endParaRPr dirty="0"/>
          </a:p>
        </p:txBody>
      </p:sp>
      <p:sp>
        <p:nvSpPr>
          <p:cNvPr id="1354" name="Google Shape;1354;p65">
            <a:hlinkClick r:id="rId3" action="ppaction://hlinksldjump"/>
            <a:extLst>
              <a:ext uri="{FF2B5EF4-FFF2-40B4-BE49-F238E27FC236}">
                <a16:creationId xmlns:a16="http://schemas.microsoft.com/office/drawing/2014/main" id="{4244F6FF-E0AC-FC19-528F-AF6CA1436E7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492100" y="1167127"/>
            <a:ext cx="4159800" cy="70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355" name="Google Shape;1355;p65">
            <a:extLst>
              <a:ext uri="{FF2B5EF4-FFF2-40B4-BE49-F238E27FC236}">
                <a16:creationId xmlns:a16="http://schemas.microsoft.com/office/drawing/2014/main" id="{D60EA940-7D51-5529-0543-194BC7E0A29C}"/>
              </a:ext>
            </a:extLst>
          </p:cNvPr>
          <p:cNvSpPr/>
          <p:nvPr/>
        </p:nvSpPr>
        <p:spPr>
          <a:xfrm>
            <a:off x="3655800" y="3866701"/>
            <a:ext cx="1832405" cy="244805"/>
          </a:xfrm>
          <a:custGeom>
            <a:avLst/>
            <a:gdLst/>
            <a:ahLst/>
            <a:cxnLst/>
            <a:rect l="l" t="t" r="r" b="b"/>
            <a:pathLst>
              <a:path w="55866" h="7463" extrusionOk="0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65">
            <a:extLst>
              <a:ext uri="{FF2B5EF4-FFF2-40B4-BE49-F238E27FC236}">
                <a16:creationId xmlns:a16="http://schemas.microsoft.com/office/drawing/2014/main" id="{1DCC4D5F-5FB8-4094-0C00-04391FEB9A92}"/>
              </a:ext>
            </a:extLst>
          </p:cNvPr>
          <p:cNvGrpSpPr/>
          <p:nvPr/>
        </p:nvGrpSpPr>
        <p:grpSpPr>
          <a:xfrm rot="10667963">
            <a:off x="7458206" y="1380526"/>
            <a:ext cx="1385983" cy="2705355"/>
            <a:chOff x="409722" y="228600"/>
            <a:chExt cx="1385931" cy="2705253"/>
          </a:xfrm>
        </p:grpSpPr>
        <p:grpSp>
          <p:nvGrpSpPr>
            <p:cNvPr id="1357" name="Google Shape;1357;p65">
              <a:extLst>
                <a:ext uri="{FF2B5EF4-FFF2-40B4-BE49-F238E27FC236}">
                  <a16:creationId xmlns:a16="http://schemas.microsoft.com/office/drawing/2014/main" id="{1C2AB2C6-7B43-A747-1C9B-F083473904F7}"/>
                </a:ext>
              </a:extLst>
            </p:cNvPr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358" name="Google Shape;1358;p65">
                <a:extLst>
                  <a:ext uri="{FF2B5EF4-FFF2-40B4-BE49-F238E27FC236}">
                    <a16:creationId xmlns:a16="http://schemas.microsoft.com/office/drawing/2014/main" id="{A0390F88-E97A-559D-36F3-CDF394656598}"/>
                  </a:ext>
                </a:extLst>
              </p:cNvPr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65">
                <a:extLst>
                  <a:ext uri="{FF2B5EF4-FFF2-40B4-BE49-F238E27FC236}">
                    <a16:creationId xmlns:a16="http://schemas.microsoft.com/office/drawing/2014/main" id="{3EEAD993-99C6-2D7C-529D-8B64B01E3BDE}"/>
                  </a:ext>
                </a:extLst>
              </p:cNvPr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0" name="Google Shape;1360;p65">
              <a:extLst>
                <a:ext uri="{FF2B5EF4-FFF2-40B4-BE49-F238E27FC236}">
                  <a16:creationId xmlns:a16="http://schemas.microsoft.com/office/drawing/2014/main" id="{2ECB277A-4756-7593-0E30-CAE7BF3E7EA2}"/>
                </a:ext>
              </a:extLst>
            </p:cNvPr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" name="Google Shape;1361;p65">
            <a:extLst>
              <a:ext uri="{FF2B5EF4-FFF2-40B4-BE49-F238E27FC236}">
                <a16:creationId xmlns:a16="http://schemas.microsoft.com/office/drawing/2014/main" id="{43CAB40F-DB5D-175E-30A4-BCE627ECD3F1}"/>
              </a:ext>
            </a:extLst>
          </p:cNvPr>
          <p:cNvGrpSpPr/>
          <p:nvPr/>
        </p:nvGrpSpPr>
        <p:grpSpPr>
          <a:xfrm rot="-230834">
            <a:off x="262018" y="1063686"/>
            <a:ext cx="1386005" cy="2705399"/>
            <a:chOff x="409722" y="228600"/>
            <a:chExt cx="1385931" cy="2705253"/>
          </a:xfrm>
        </p:grpSpPr>
        <p:grpSp>
          <p:nvGrpSpPr>
            <p:cNvPr id="1362" name="Google Shape;1362;p65">
              <a:extLst>
                <a:ext uri="{FF2B5EF4-FFF2-40B4-BE49-F238E27FC236}">
                  <a16:creationId xmlns:a16="http://schemas.microsoft.com/office/drawing/2014/main" id="{729D8430-3ED8-188E-B367-A8DACCE146D5}"/>
                </a:ext>
              </a:extLst>
            </p:cNvPr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363" name="Google Shape;1363;p65">
                <a:extLst>
                  <a:ext uri="{FF2B5EF4-FFF2-40B4-BE49-F238E27FC236}">
                    <a16:creationId xmlns:a16="http://schemas.microsoft.com/office/drawing/2014/main" id="{3C23D697-6862-FEB3-E916-9804B6421D76}"/>
                  </a:ext>
                </a:extLst>
              </p:cNvPr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65">
                <a:extLst>
                  <a:ext uri="{FF2B5EF4-FFF2-40B4-BE49-F238E27FC236}">
                    <a16:creationId xmlns:a16="http://schemas.microsoft.com/office/drawing/2014/main" id="{79B827E7-0FA5-0D66-BC96-62BD66737DB0}"/>
                  </a:ext>
                </a:extLst>
              </p:cNvPr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5" name="Google Shape;1365;p65">
              <a:extLst>
                <a:ext uri="{FF2B5EF4-FFF2-40B4-BE49-F238E27FC236}">
                  <a16:creationId xmlns:a16="http://schemas.microsoft.com/office/drawing/2014/main" id="{134479FE-C33C-E215-E3E9-05D6B32C0906}"/>
                </a:ext>
              </a:extLst>
            </p:cNvPr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6" name="Google Shape;1366;p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4469FA8-7830-2A18-26BF-9FAA4CB5D78E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62AD5F-FBF8-822B-69AE-965E26E1B68C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7597878"/>
      </p:ext>
    </p:extLst>
  </p:cSld>
  <p:clrMapOvr>
    <a:masterClrMapping/>
  </p:clrMapOvr>
  <p:transition spd="slow"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10008AD5-3E3B-92C1-29B8-76C64FA9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B696F78-5B6C-C747-B67D-0B1AD2056BEF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86E8BFC-A753-1CCB-20F6-06D8C7482476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7EA19864-4D8B-AB8F-3D67-51FFA32137DF}"/>
              </a:ext>
            </a:extLst>
          </p:cNvPr>
          <p:cNvSpPr txBox="1">
            <a:spLocks/>
          </p:cNvSpPr>
          <p:nvPr/>
        </p:nvSpPr>
        <p:spPr>
          <a:xfrm>
            <a:off x="0" y="725523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4800" dirty="0" err="1">
                <a:latin typeface="Aldrich" panose="020B0604020202020204" charset="0"/>
              </a:rPr>
              <a:t>Modified</a:t>
            </a:r>
            <a:r>
              <a:rPr lang="nl-NL" sz="4800" dirty="0">
                <a:latin typeface="Aldrich" panose="020B0604020202020204" charset="0"/>
              </a:rPr>
              <a:t> </a:t>
            </a:r>
            <a:r>
              <a:rPr lang="nl-NL" sz="4800" dirty="0" err="1">
                <a:latin typeface="Aldrich" panose="020B0604020202020204" charset="0"/>
              </a:rPr>
              <a:t>SubSet</a:t>
            </a:r>
            <a:r>
              <a:rPr lang="nl-NL" sz="4800" dirty="0">
                <a:latin typeface="Aldrich" panose="020B0604020202020204" charset="0"/>
              </a:rPr>
              <a:t> Constructie</a:t>
            </a:r>
            <a:endParaRPr lang="nl-NL" sz="1050" dirty="0">
              <a:latin typeface="Aldrich" panose="020B0604020202020204" charset="0"/>
            </a:endParaRPr>
          </a:p>
        </p:txBody>
      </p:sp>
      <p:sp>
        <p:nvSpPr>
          <p:cNvPr id="3" name="Google Shape;1098;p62">
            <a:extLst>
              <a:ext uri="{FF2B5EF4-FFF2-40B4-BE49-F238E27FC236}">
                <a16:creationId xmlns:a16="http://schemas.microsoft.com/office/drawing/2014/main" id="{93BCCD2B-7034-7175-F592-F61E303F4B8E}"/>
              </a:ext>
            </a:extLst>
          </p:cNvPr>
          <p:cNvSpPr txBox="1">
            <a:spLocks/>
          </p:cNvSpPr>
          <p:nvPr/>
        </p:nvSpPr>
        <p:spPr>
          <a:xfrm>
            <a:off x="921276" y="2571748"/>
            <a:ext cx="7301448" cy="1735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sz="3600" dirty="0"/>
              <a:t>Een methode om een ε-NFA om te zetten naar een DFA door selectief toestanden te combineren</a:t>
            </a:r>
            <a:endParaRPr lang="el-GR" sz="3600" dirty="0">
              <a:latin typeface="Didact Gothic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223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6EAB79D5-3BEB-D4D4-8819-59104C29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36A09B6-8EC9-5567-5F30-C5D5925F5FB0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94E0486-750C-F86B-909F-83410A4947FF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079B8B57-CE34-5E4F-6249-46B8A334960F}"/>
              </a:ext>
            </a:extLst>
          </p:cNvPr>
          <p:cNvSpPr txBox="1">
            <a:spLocks/>
          </p:cNvSpPr>
          <p:nvPr/>
        </p:nvSpPr>
        <p:spPr>
          <a:xfrm>
            <a:off x="0" y="347388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3600" dirty="0" err="1">
                <a:latin typeface="Aldrich" panose="020B0604020202020204" charset="0"/>
              </a:rPr>
              <a:t>Modified</a:t>
            </a:r>
            <a:r>
              <a:rPr lang="nl-NL" sz="3600" dirty="0">
                <a:latin typeface="Aldrich" panose="020B0604020202020204" charset="0"/>
              </a:rPr>
              <a:t> </a:t>
            </a:r>
            <a:r>
              <a:rPr lang="nl-NL" sz="3600" dirty="0" err="1">
                <a:latin typeface="Aldrich" panose="020B0604020202020204" charset="0"/>
              </a:rPr>
              <a:t>SubSet</a:t>
            </a:r>
            <a:r>
              <a:rPr lang="nl-NL" sz="3600" dirty="0">
                <a:latin typeface="Aldrich" panose="020B0604020202020204" charset="0"/>
              </a:rPr>
              <a:t> Constructie</a:t>
            </a:r>
            <a:endParaRPr lang="nl-NL" sz="800" dirty="0">
              <a:latin typeface="Aldrich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C638C013-D739-6C35-958C-5E87DF64AA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5363" y="1893096"/>
                <a:ext cx="7301448" cy="8371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:r>
                  <a:rPr lang="nl-NL" sz="3600" dirty="0"/>
                  <a:t>E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3600" dirty="0"/>
                          <m:t>Q</m:t>
                        </m:r>
                      </m:e>
                      <m:sub>
                        <m:r>
                          <a:rPr lang="nl-NL" sz="36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3600" dirty="0"/>
                  <a:t>, </a:t>
                </a:r>
                <a:r>
                  <a:rPr lang="el-GR" sz="3600" dirty="0"/>
                  <a:t>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3600" dirty="0"/>
                          <m:t>δ</m:t>
                        </m:r>
                      </m:e>
                      <m:sub>
                        <m:r>
                          <a:rPr lang="nl-NL" sz="36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3600" dirty="0"/>
                  <a:t>, q0,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600" b="0" i="0" dirty="0" smtClean="0"/>
                          <m:t>F</m:t>
                        </m:r>
                      </m:e>
                      <m:sub>
                        <m:r>
                          <a:rPr lang="nl-NL" sz="36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3600" dirty="0"/>
                  <a:t>)</a:t>
                </a:r>
                <a:endParaRPr lang="el-GR" sz="36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C638C013-D739-6C35-958C-5E87DF64A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63" y="1893096"/>
                <a:ext cx="7301448" cy="837196"/>
              </a:xfrm>
              <a:prstGeom prst="rect">
                <a:avLst/>
              </a:prstGeom>
              <a:blipFill>
                <a:blip r:embed="rId3"/>
                <a:stretch>
                  <a:fillRect t="-5839" b="-94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098;p62">
                <a:extLst>
                  <a:ext uri="{FF2B5EF4-FFF2-40B4-BE49-F238E27FC236}">
                    <a16:creationId xmlns:a16="http://schemas.microsoft.com/office/drawing/2014/main" id="{66206443-B559-245B-61B5-BEFE3B2700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7047" y="2765098"/>
                <a:ext cx="7301448" cy="8371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:r>
                  <a:rPr lang="el-GR" sz="3600" dirty="0"/>
                  <a:t>D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3600" dirty="0"/>
                          <m:t>Q</m:t>
                        </m:r>
                      </m:e>
                      <m:sub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3600" dirty="0"/>
                  <a:t>, 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3600" dirty="0"/>
                          <m:t>δ</m:t>
                        </m:r>
                      </m:e>
                      <m:sub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3600" dirty="0"/>
                  <a:t>, qD,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600" dirty="0"/>
                          <m:t>F</m:t>
                        </m:r>
                      </m:e>
                      <m:sub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3600" dirty="0"/>
                  <a:t>)</a:t>
                </a:r>
                <a:endParaRPr lang="el-GR" sz="36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2" name="Google Shape;1098;p62">
                <a:extLst>
                  <a:ext uri="{FF2B5EF4-FFF2-40B4-BE49-F238E27FC236}">
                    <a16:creationId xmlns:a16="http://schemas.microsoft.com/office/drawing/2014/main" id="{66206443-B559-245B-61B5-BEFE3B270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47" y="2765098"/>
                <a:ext cx="7301448" cy="837196"/>
              </a:xfrm>
              <a:prstGeom prst="rect">
                <a:avLst/>
              </a:prstGeom>
              <a:blipFill>
                <a:blip r:embed="rId4"/>
                <a:stretch>
                  <a:fillRect t="-5839" b="-94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7AEA4F1-21ED-2CA8-1B39-A79AB2176938}"/>
              </a:ext>
            </a:extLst>
          </p:cNvPr>
          <p:cNvCxnSpPr/>
          <p:nvPr/>
        </p:nvCxnSpPr>
        <p:spPr>
          <a:xfrm>
            <a:off x="1213712" y="3120524"/>
            <a:ext cx="8868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Google Shape;1098;p62">
            <a:extLst>
              <a:ext uri="{FF2B5EF4-FFF2-40B4-BE49-F238E27FC236}">
                <a16:creationId xmlns:a16="http://schemas.microsoft.com/office/drawing/2014/main" id="{FF35BFD9-89C5-17D1-61C8-B719BDDDF186}"/>
              </a:ext>
            </a:extLst>
          </p:cNvPr>
          <p:cNvSpPr txBox="1">
            <a:spLocks/>
          </p:cNvSpPr>
          <p:nvPr/>
        </p:nvSpPr>
        <p:spPr>
          <a:xfrm>
            <a:off x="973820" y="3637100"/>
            <a:ext cx="7301448" cy="83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nl-NL" sz="3600" dirty="0"/>
              <a:t>L(D) = L(E)</a:t>
            </a:r>
            <a:endParaRPr lang="el-GR" sz="3600" dirty="0">
              <a:latin typeface="Didact Gothic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217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D05439AE-8C5F-FFF4-BEED-96F15340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50418-1C22-43E0-D6EB-725FE8B6DBFF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C7C923-BCDE-5718-6A19-D9630D9B65EA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1C9ED024-B303-46B7-5BBC-8058F88B9F1B}"/>
              </a:ext>
            </a:extLst>
          </p:cNvPr>
          <p:cNvSpPr txBox="1">
            <a:spLocks/>
          </p:cNvSpPr>
          <p:nvPr/>
        </p:nvSpPr>
        <p:spPr>
          <a:xfrm>
            <a:off x="0" y="347388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3600" dirty="0" err="1">
                <a:latin typeface="Aldrich" panose="020B0604020202020204" charset="0"/>
              </a:rPr>
              <a:t>Modified</a:t>
            </a:r>
            <a:r>
              <a:rPr lang="nl-NL" sz="3600" dirty="0">
                <a:latin typeface="Aldrich" panose="020B0604020202020204" charset="0"/>
              </a:rPr>
              <a:t> </a:t>
            </a:r>
            <a:r>
              <a:rPr lang="nl-NL" sz="3600" dirty="0" err="1">
                <a:latin typeface="Aldrich" panose="020B0604020202020204" charset="0"/>
              </a:rPr>
              <a:t>SubSet</a:t>
            </a:r>
            <a:r>
              <a:rPr lang="nl-NL" sz="3600" dirty="0">
                <a:latin typeface="Aldrich" panose="020B0604020202020204" charset="0"/>
              </a:rPr>
              <a:t> Constructie</a:t>
            </a:r>
            <a:endParaRPr lang="nl-NL" sz="800" dirty="0">
              <a:latin typeface="Aldrich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F408E29B-B4A1-FC67-05BC-259735877C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0010" y="1748716"/>
                <a:ext cx="8490856" cy="73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14:m>
                  <m:oMath xmlns:m="http://schemas.openxmlformats.org/officeDocument/2006/math">
                    <m:sSub>
                      <m:sSubPr>
                        <m:ctrlPr>
                          <a:rPr lang="nl-NL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3200" dirty="0"/>
                          <m:t>Q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3200" dirty="0"/>
                  <a:t> = {S : S 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3200" dirty="0"/>
                          <m:t>Q</m:t>
                        </m:r>
                      </m:e>
                      <m:sub>
                        <m:r>
                          <a:rPr lang="nl-NL" sz="32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3200" dirty="0"/>
                  <a:t> en S = ECLOSE(S)}</a:t>
                </a:r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F408E29B-B4A1-FC67-05BC-259735877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10" y="1748716"/>
                <a:ext cx="8490856" cy="733227"/>
              </a:xfrm>
              <a:prstGeom prst="rect">
                <a:avLst/>
              </a:prstGeom>
              <a:blipFill>
                <a:blip r:embed="rId3"/>
                <a:stretch>
                  <a:fillRect t="-5833"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613CECA4-0EFC-99FB-B885-30BA13BD0F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0810" y="2481943"/>
                <a:ext cx="7629256" cy="20488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 algn="l"/>
                <a:r>
                  <a:rPr lang="en-US" sz="2800" dirty="0"/>
                  <a:t>Bvb.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2800" dirty="0"/>
                          <m:t>Q</m:t>
                        </m:r>
                      </m:e>
                      <m:sub>
                        <m:r>
                          <a:rPr lang="nl-NL" sz="28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800" dirty="0"/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}           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2800" dirty="0"/>
                          <m:t>Q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800" dirty="0"/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}}</a:t>
                </a:r>
                <a:br>
                  <a:rPr lang="en-US" sz="2800" dirty="0"/>
                </a:br>
                <a:r>
                  <a:rPr lang="en-US" sz="1400" dirty="0">
                    <a:solidFill>
                      <a:schemeClr val="accent4"/>
                    </a:solidFill>
                  </a:rPr>
                  <a:t>f</a:t>
                </a:r>
                <a:endParaRPr lang="en-US" sz="2800" dirty="0">
                  <a:solidFill>
                    <a:schemeClr val="accent4"/>
                  </a:solidFill>
                </a:endParaRPr>
              </a:p>
              <a:p>
                <a:pPr marL="0" indent="0"/>
                <a:r>
                  <a:rPr lang="en-US" sz="2000" dirty="0"/>
                  <a:t>ECLOSE(q0)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}  ,  ECLOSE(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)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}  ,  ECLOSE(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0" indent="0" algn="l"/>
                <a:endParaRPr lang="en-US" sz="2800" dirty="0"/>
              </a:p>
            </p:txBody>
          </p:sp>
        </mc:Choice>
        <mc:Fallback xmlns="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613CECA4-0EFC-99FB-B885-30BA13BD0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0" y="2481943"/>
                <a:ext cx="7629256" cy="2048806"/>
              </a:xfrm>
              <a:prstGeom prst="rect">
                <a:avLst/>
              </a:prstGeom>
              <a:blipFill>
                <a:blip r:embed="rId4"/>
                <a:stretch>
                  <a:fillRect l="-1679" t="-893" r="-1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754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94B6965E-0404-B377-47E7-E33F8D0F1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99375A-B09D-A2EE-052D-E5D4CC6DA10B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FFCD684-631C-D480-562C-BF289229963D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6D018B15-3381-C688-9AF6-C55064350098}"/>
              </a:ext>
            </a:extLst>
          </p:cNvPr>
          <p:cNvSpPr txBox="1">
            <a:spLocks/>
          </p:cNvSpPr>
          <p:nvPr/>
        </p:nvSpPr>
        <p:spPr>
          <a:xfrm>
            <a:off x="0" y="347388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3600" dirty="0" err="1">
                <a:latin typeface="Aldrich" panose="020B0604020202020204" charset="0"/>
              </a:rPr>
              <a:t>Modified</a:t>
            </a:r>
            <a:r>
              <a:rPr lang="nl-NL" sz="3600" dirty="0">
                <a:latin typeface="Aldrich" panose="020B0604020202020204" charset="0"/>
              </a:rPr>
              <a:t> </a:t>
            </a:r>
            <a:r>
              <a:rPr lang="nl-NL" sz="3600" dirty="0" err="1">
                <a:latin typeface="Aldrich" panose="020B0604020202020204" charset="0"/>
              </a:rPr>
              <a:t>SubSet</a:t>
            </a:r>
            <a:r>
              <a:rPr lang="nl-NL" sz="3600" dirty="0">
                <a:latin typeface="Aldrich" panose="020B0604020202020204" charset="0"/>
              </a:rPr>
              <a:t> Constructie</a:t>
            </a:r>
            <a:endParaRPr lang="nl-NL" sz="800" dirty="0">
              <a:latin typeface="Aldrich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19743BE3-733E-0324-F329-83A1B94FC1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0010" y="1748716"/>
                <a:ext cx="8490856" cy="73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3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nl-NL" sz="32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nl-NL" sz="3200" i="1" dirty="0" smtClean="0">
                          <a:latin typeface="Cambria Math" panose="02040503050406030204" pitchFamily="18" charset="0"/>
                        </a:rPr>
                        <m:t>𝐸𝐶𝐿𝑂𝑆𝐸</m:t>
                      </m:r>
                      <m:r>
                        <a:rPr lang="nl-NL" sz="32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l-NL" sz="3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NL" sz="3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19743BE3-733E-0324-F329-83A1B94FC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10" y="1748716"/>
                <a:ext cx="8490856" cy="7332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3783A54E-606C-33F7-72EB-37C8BBB93D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0810" y="2481943"/>
                <a:ext cx="7629256" cy="20488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 algn="l"/>
                <a:r>
                  <a:rPr lang="en-US" sz="2800" dirty="0" err="1"/>
                  <a:t>Bvb</a:t>
                </a:r>
                <a:r>
                  <a:rPr lang="en-US" sz="2800" dirty="0"/>
                  <a:t>.</a:t>
                </a:r>
                <a:br>
                  <a:rPr lang="en-US" sz="2800" dirty="0"/>
                </a:br>
                <a:r>
                  <a:rPr lang="en-US" sz="2200" dirty="0"/>
                  <a:t>ECLOSE(q0) = </a:t>
                </a:r>
                <a:r>
                  <a:rPr lang="en-US" sz="2400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}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nl-NL" sz="28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}</a:t>
                </a:r>
              </a:p>
            </p:txBody>
          </p:sp>
        </mc:Choice>
        <mc:Fallback xmlns="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3783A54E-606C-33F7-72EB-37C8BBB9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0" y="2481943"/>
                <a:ext cx="7629256" cy="2048806"/>
              </a:xfrm>
              <a:prstGeom prst="rect">
                <a:avLst/>
              </a:prstGeom>
              <a:blipFill>
                <a:blip r:embed="rId4"/>
                <a:stretch>
                  <a:fillRect l="-1679" t="-8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99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939A9F9C-A8A2-E1F4-9B3A-5D03B93A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615FA7F-B6AC-9B56-8CC8-4DD00910E429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7569275-299B-8DDA-F5D6-F60FB91E43DE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3E952373-891A-DB91-F68A-265C6BFDF0CE}"/>
              </a:ext>
            </a:extLst>
          </p:cNvPr>
          <p:cNvSpPr txBox="1">
            <a:spLocks/>
          </p:cNvSpPr>
          <p:nvPr/>
        </p:nvSpPr>
        <p:spPr>
          <a:xfrm>
            <a:off x="0" y="347388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3600" dirty="0" err="1">
                <a:latin typeface="Aldrich" panose="020B0604020202020204" charset="0"/>
              </a:rPr>
              <a:t>Modified</a:t>
            </a:r>
            <a:r>
              <a:rPr lang="nl-NL" sz="3600" dirty="0">
                <a:latin typeface="Aldrich" panose="020B0604020202020204" charset="0"/>
              </a:rPr>
              <a:t> </a:t>
            </a:r>
            <a:r>
              <a:rPr lang="nl-NL" sz="3600" dirty="0" err="1">
                <a:latin typeface="Aldrich" panose="020B0604020202020204" charset="0"/>
              </a:rPr>
              <a:t>SubSet</a:t>
            </a:r>
            <a:r>
              <a:rPr lang="nl-NL" sz="3600" dirty="0">
                <a:latin typeface="Aldrich" panose="020B0604020202020204" charset="0"/>
              </a:rPr>
              <a:t> Constructie</a:t>
            </a:r>
            <a:endParaRPr lang="nl-NL" sz="800" dirty="0">
              <a:latin typeface="Aldrich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DC3D1731-3BC4-E182-91F5-5430ECA25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0010" y="1748716"/>
                <a:ext cx="8490856" cy="73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14:m>
                  <m:oMath xmlns:m="http://schemas.openxmlformats.org/officeDocument/2006/math">
                    <m:sSub>
                      <m:sSubPr>
                        <m:ctrlPr>
                          <a:rPr lang="nl-NL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b="0" i="0" dirty="0" smtClean="0"/>
                          <m:t>F</m:t>
                        </m:r>
                      </m:e>
                      <m: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3200" dirty="0"/>
                  <a:t> = {S : S 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3200" dirty="0"/>
                          <m:t>Q</m:t>
                        </m:r>
                      </m:e>
                      <m: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3200" dirty="0"/>
                  <a:t> en S 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b="0" i="0" dirty="0" smtClean="0"/>
                          <m:t>F</m:t>
                        </m:r>
                      </m:e>
                      <m:sub>
                        <m:r>
                          <a:rPr lang="nl-NL" sz="32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3200" dirty="0"/>
                  <a:t> ∅}</a:t>
                </a:r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DC3D1731-3BC4-E182-91F5-5430ECA25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10" y="1748716"/>
                <a:ext cx="8490856" cy="733227"/>
              </a:xfrm>
              <a:prstGeom prst="rect">
                <a:avLst/>
              </a:prstGeom>
              <a:blipFill>
                <a:blip r:embed="rId3"/>
                <a:stretch>
                  <a:fillRect t="-5833"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EABD482D-546D-FCCD-97A1-3B800B9A46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0810" y="2481943"/>
                <a:ext cx="7629256" cy="20488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 algn="l"/>
                <a:r>
                  <a:rPr lang="en-US" sz="2800" dirty="0"/>
                  <a:t>Bvb.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/>
                          <m:t>F</m:t>
                        </m:r>
                      </m:e>
                      <m:sub>
                        <m:r>
                          <a:rPr lang="nl-NL" sz="28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800" dirty="0"/>
                  <a:t>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/>
                  <a:t>}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/>
                          <m:t>F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800" dirty="0"/>
                  <a:t>= {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</a:t>
                </a:r>
                <a:r>
                  <a:rPr lang="nl-NL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/>
                  <a:t>},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</a:t>
                </a:r>
                <a:r>
                  <a:rPr lang="nl-NL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/>
                  <a:t>},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/>
                  <a:t>} }</a:t>
                </a:r>
              </a:p>
            </p:txBody>
          </p:sp>
        </mc:Choice>
        <mc:Fallback xmlns="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EABD482D-546D-FCCD-97A1-3B800B9A4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0" y="2481943"/>
                <a:ext cx="7629256" cy="2048806"/>
              </a:xfrm>
              <a:prstGeom prst="rect">
                <a:avLst/>
              </a:prstGeom>
              <a:blipFill>
                <a:blip r:embed="rId4"/>
                <a:stretch>
                  <a:fillRect l="-1679" t="-8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273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85FD25B1-3358-E0D2-2FB1-508E6C95E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519D492-3229-971C-C05E-5271E76F2BAE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05B508D-571A-0559-93BC-C2BB9686AD48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7;p62">
            <a:extLst>
              <a:ext uri="{FF2B5EF4-FFF2-40B4-BE49-F238E27FC236}">
                <a16:creationId xmlns:a16="http://schemas.microsoft.com/office/drawing/2014/main" id="{06E5EF0C-AF49-DFB8-B9C9-9CADAA856B82}"/>
              </a:ext>
            </a:extLst>
          </p:cNvPr>
          <p:cNvSpPr txBox="1">
            <a:spLocks/>
          </p:cNvSpPr>
          <p:nvPr/>
        </p:nvSpPr>
        <p:spPr>
          <a:xfrm>
            <a:off x="0" y="347388"/>
            <a:ext cx="9144000" cy="1102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nl-NL" sz="3600" dirty="0" err="1">
                <a:latin typeface="Aldrich" panose="020B0604020202020204" charset="0"/>
              </a:rPr>
              <a:t>Modified</a:t>
            </a:r>
            <a:r>
              <a:rPr lang="nl-NL" sz="3600" dirty="0">
                <a:latin typeface="Aldrich" panose="020B0604020202020204" charset="0"/>
              </a:rPr>
              <a:t> </a:t>
            </a:r>
            <a:r>
              <a:rPr lang="nl-NL" sz="3600" dirty="0" err="1">
                <a:latin typeface="Aldrich" panose="020B0604020202020204" charset="0"/>
              </a:rPr>
              <a:t>SubSet</a:t>
            </a:r>
            <a:r>
              <a:rPr lang="nl-NL" sz="3600" dirty="0">
                <a:latin typeface="Aldrich" panose="020B0604020202020204" charset="0"/>
              </a:rPr>
              <a:t> Constructie</a:t>
            </a:r>
            <a:endParaRPr lang="nl-NL" sz="800" dirty="0">
              <a:latin typeface="Aldrich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48DFC19C-46E0-11DB-986C-8A79364072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0010" y="1547451"/>
                <a:ext cx="8490856" cy="73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14:m>
                  <m:oMath xmlns:m="http://schemas.openxmlformats.org/officeDocument/2006/math">
                    <m:sSub>
                      <m:sSubPr>
                        <m:ctrlPr>
                          <a:rPr lang="nl-NL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3200" dirty="0"/>
                          <m:t>δ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3200" dirty="0"/>
                  <a:t>(S, a)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3200" dirty="0"/>
                          <m:t>t</m:t>
                        </m:r>
                        <m:r>
                          <m:rPr>
                            <m:nor/>
                          </m:rPr>
                          <a:rPr lang="en-US" sz="3200" dirty="0"/>
                          <m:t>∈</m:t>
                        </m:r>
                        <m:r>
                          <m:rPr>
                            <m:nor/>
                          </m:rPr>
                          <a:rPr lang="en-US" sz="3200" dirty="0"/>
                          <m:t>S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3200" dirty="0"/>
                          <m:t>ECLOSE</m:t>
                        </m:r>
                        <m:r>
                          <m:rPr>
                            <m:nor/>
                          </m:rPr>
                          <a:rPr lang="en-US" sz="3200" dirty="0"/>
                          <m:t>(</m:t>
                        </m:r>
                        <m:sSub>
                          <m:sSubPr>
                            <m:ctrlPr>
                              <a:rPr lang="nl-NL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3200" dirty="0"/>
                              <m:t>δ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3200" dirty="0"/>
                          <m:t>(</m:t>
                        </m:r>
                        <m:r>
                          <m:rPr>
                            <m:nor/>
                          </m:rPr>
                          <a:rPr lang="en-US" sz="3200" dirty="0"/>
                          <m:t>t</m:t>
                        </m:r>
                        <m:r>
                          <m:rPr>
                            <m:nor/>
                          </m:rPr>
                          <a:rPr lang="en-US" sz="3200" dirty="0"/>
                          <m:t>, </m:t>
                        </m:r>
                        <m:r>
                          <m:rPr>
                            <m:nor/>
                          </m:rPr>
                          <a:rPr lang="en-US" sz="3200" dirty="0"/>
                          <m:t>a</m:t>
                        </m:r>
                        <m:r>
                          <m:rPr>
                            <m:nor/>
                          </m:rPr>
                          <a:rPr lang="en-US" sz="3200" dirty="0"/>
                          <m:t>))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Google Shape;1098;p62">
                <a:extLst>
                  <a:ext uri="{FF2B5EF4-FFF2-40B4-BE49-F238E27FC236}">
                    <a16:creationId xmlns:a16="http://schemas.microsoft.com/office/drawing/2014/main" id="{48DFC19C-46E0-11DB-986C-8A7936407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10" y="1547451"/>
                <a:ext cx="8490856" cy="733227"/>
              </a:xfrm>
              <a:prstGeom prst="rect">
                <a:avLst/>
              </a:prstGeom>
              <a:blipFill>
                <a:blip r:embed="rId3"/>
                <a:stretch>
                  <a:fillRect t="-5833" b="-11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D18109E3-FD87-1DE8-D1E6-C147DC7768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0810" y="2234019"/>
                <a:ext cx="7629256" cy="20488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 algn="l"/>
                <a:r>
                  <a:rPr lang="en-US" sz="2800" dirty="0"/>
                  <a:t>Bvb.</a:t>
                </a:r>
                <a:br>
                  <a:rPr lang="en-US" sz="2800" dirty="0"/>
                </a:br>
                <a:r>
                  <a:rPr lang="en-US" sz="2800" dirty="0"/>
                  <a:t>S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}</a:t>
                </a:r>
              </a:p>
              <a:p>
                <a:pPr marL="0" indent="0" algn="l"/>
                <a:r>
                  <a:rPr lang="en-US" sz="1400" dirty="0">
                    <a:solidFill>
                      <a:srgbClr val="D5E6FC"/>
                    </a:solidFill>
                  </a:rPr>
                  <a:t>f</a:t>
                </a:r>
                <a:endParaRPr lang="en-US" sz="2800" dirty="0">
                  <a:solidFill>
                    <a:srgbClr val="D5E6FC"/>
                  </a:solidFill>
                </a:endParaRP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) = {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) = {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) = ∅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) = 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∅  </a:t>
                </a:r>
              </a:p>
              <a:p>
                <a:pPr marL="0" indent="0" algn="l"/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ECLOSE (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})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} , ECLOSE (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})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} , ECLOSE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∅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75000"/>
                      </a:schemeClr>
                    </a:solidFill>
                  </a:rPr>
                  <a:t>)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m:t>∅</m:t>
                    </m:r>
                  </m:oMath>
                </a14:m>
                <a:endParaRPr lang="en-US" sz="2000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pPr marL="0" indent="0" algn="l"/>
                <a:r>
                  <a:rPr lang="en-US" sz="1400" dirty="0">
                    <a:solidFill>
                      <a:srgbClr val="D5E6FC"/>
                    </a:solidFill>
                  </a:rPr>
                  <a:t>f</a:t>
                </a:r>
              </a:p>
              <a:p>
                <a:pPr marL="0" indent="0" algn="l"/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800" dirty="0"/>
                          <m:t>δ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800" dirty="0"/>
                  <a:t>(S, a)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}</a:t>
                </a:r>
              </a:p>
            </p:txBody>
          </p:sp>
        </mc:Choice>
        <mc:Fallback xmlns="">
          <p:sp>
            <p:nvSpPr>
              <p:cNvPr id="4" name="Google Shape;1098;p62">
                <a:extLst>
                  <a:ext uri="{FF2B5EF4-FFF2-40B4-BE49-F238E27FC236}">
                    <a16:creationId xmlns:a16="http://schemas.microsoft.com/office/drawing/2014/main" id="{D18109E3-FD87-1DE8-D1E6-C147DC776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0" y="2234019"/>
                <a:ext cx="7629256" cy="2048806"/>
              </a:xfrm>
              <a:prstGeom prst="rect">
                <a:avLst/>
              </a:prstGeom>
              <a:blipFill>
                <a:blip r:embed="rId4"/>
                <a:stretch>
                  <a:fillRect l="-1679" t="-890" b="-278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958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3B2D5904-B06E-9D89-0548-C8996316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648FCEBA-E7C0-0FEB-017D-1515F3E89325}"/>
              </a:ext>
            </a:extLst>
          </p:cNvPr>
          <p:cNvSpPr/>
          <p:nvPr/>
        </p:nvSpPr>
        <p:spPr>
          <a:xfrm>
            <a:off x="3298572" y="3659996"/>
            <a:ext cx="661193" cy="66119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>
              <a:latin typeface="Didact Gothic" panose="00000500000000000000" pitchFamily="2" charset="0"/>
            </a:endParaRPr>
          </a:p>
        </p:txBody>
      </p:sp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C72705-D00F-1E62-5221-91A24C53CF9D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C48AC0-17E2-2775-9455-2F1A48B01F3F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98;p62">
            <a:extLst>
              <a:ext uri="{FF2B5EF4-FFF2-40B4-BE49-F238E27FC236}">
                <a16:creationId xmlns:a16="http://schemas.microsoft.com/office/drawing/2014/main" id="{715C7C5C-DF50-FB5D-2919-3C1374F322A5}"/>
              </a:ext>
            </a:extLst>
          </p:cNvPr>
          <p:cNvSpPr txBox="1">
            <a:spLocks/>
          </p:cNvSpPr>
          <p:nvPr/>
        </p:nvSpPr>
        <p:spPr>
          <a:xfrm>
            <a:off x="0" y="1268860"/>
            <a:ext cx="91440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l-GR" sz="3600" dirty="0">
              <a:latin typeface="Didact Gothic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2056B762-46CB-0C7B-069E-9CB607D083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73519" y="430750"/>
                <a:ext cx="5596962" cy="747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0" indent="0"/>
                <a:r>
                  <a:rPr lang="el-GR" sz="3600" dirty="0">
                    <a:latin typeface="Didact Gothic" panose="00000500000000000000" pitchFamily="2" charset="0"/>
                  </a:rPr>
                  <a:t>δ</a:t>
                </a:r>
                <a:r>
                  <a:rPr lang="en-US" sz="3600" dirty="0">
                    <a:latin typeface="Didact Gothic" panose="00000500000000000000" pitchFamily="2" charset="0"/>
                  </a:rPr>
                  <a:t>: </a:t>
                </a:r>
                <a:r>
                  <a:rPr lang="nl-NL" sz="3600" dirty="0">
                    <a:latin typeface="Didact Gothic" panose="00000500000000000000" pitchFamily="2" charset="0"/>
                  </a:rPr>
                  <a:t>(Q × </a:t>
                </a:r>
                <a:r>
                  <a:rPr lang="el-GR" sz="3600" dirty="0">
                    <a:latin typeface="Didact Gothic" panose="00000500000000000000" pitchFamily="2" charset="0"/>
                  </a:rPr>
                  <a:t>Σ</a:t>
                </a:r>
                <a:r>
                  <a:rPr lang="en-US" sz="3600" dirty="0">
                    <a:latin typeface="Didact Gothic" panose="00000500000000000000" pitchFamily="2" charset="0"/>
                  </a:rPr>
                  <a:t> U {</a:t>
                </a:r>
                <a:r>
                  <a:rPr lang="el-GR" sz="3600" dirty="0">
                    <a:latin typeface="Didact Gothic" panose="00000500000000000000" pitchFamily="2" charset="0"/>
                  </a:rPr>
                  <a:t>ε</a:t>
                </a:r>
                <a:r>
                  <a:rPr lang="en-US" sz="3600" dirty="0">
                    <a:latin typeface="Didact Gothic" panose="00000500000000000000" pitchFamily="2" charset="0"/>
                  </a:rPr>
                  <a:t>}</a:t>
                </a:r>
                <a:r>
                  <a:rPr lang="el-GR" sz="3600" dirty="0">
                    <a:latin typeface="Didact Gothic" panose="00000500000000000000" pitchFamily="2" charset="0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3600" b="0" i="0" dirty="0" smtClean="0">
                            <a:latin typeface="Cambria Math" panose="02040503050406030204" pitchFamily="18" charset="0"/>
                          </a:rPr>
                          <m:t>Q</m:t>
                        </m:r>
                      </m:sup>
                    </m:sSup>
                  </m:oMath>
                </a14:m>
                <a:r>
                  <a:rPr lang="nl-NL" sz="3600" dirty="0">
                    <a:latin typeface="Didact Gothic" panose="00000500000000000000" pitchFamily="2" charset="0"/>
                  </a:rPr>
                  <a:t>)</a:t>
                </a:r>
                <a:endParaRPr lang="el-GR" sz="36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1098;p62">
                <a:extLst>
                  <a:ext uri="{FF2B5EF4-FFF2-40B4-BE49-F238E27FC236}">
                    <a16:creationId xmlns:a16="http://schemas.microsoft.com/office/drawing/2014/main" id="{2056B762-46CB-0C7B-069E-9CB607D08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519" y="430750"/>
                <a:ext cx="5596962" cy="747889"/>
              </a:xfrm>
              <a:prstGeom prst="rect">
                <a:avLst/>
              </a:prstGeom>
              <a:blipFill>
                <a:blip r:embed="rId3"/>
                <a:stretch>
                  <a:fillRect t="-5738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1098;p62">
            <a:extLst>
              <a:ext uri="{FF2B5EF4-FFF2-40B4-BE49-F238E27FC236}">
                <a16:creationId xmlns:a16="http://schemas.microsoft.com/office/drawing/2014/main" id="{9CA95500-5A5E-BFFE-EC2A-6C006FB3023C}"/>
              </a:ext>
            </a:extLst>
          </p:cNvPr>
          <p:cNvSpPr txBox="1">
            <a:spLocks/>
          </p:cNvSpPr>
          <p:nvPr/>
        </p:nvSpPr>
        <p:spPr>
          <a:xfrm>
            <a:off x="776926" y="2040025"/>
            <a:ext cx="6972614" cy="97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l-GR" sz="2400" dirty="0">
                <a:latin typeface="Didact Gothic" panose="00000500000000000000" pitchFamily="2" charset="0"/>
              </a:rPr>
              <a:t>Σ</a:t>
            </a:r>
            <a:r>
              <a:rPr lang="en-US" sz="2400" dirty="0">
                <a:latin typeface="Didact Gothic" panose="00000500000000000000" pitchFamily="2" charset="0"/>
              </a:rPr>
              <a:t> = {a, b, c}   Q = {q0,q1,q2}</a:t>
            </a:r>
            <a:endParaRPr lang="el-GR" sz="2400" dirty="0">
              <a:latin typeface="Didact Gothic" panose="00000500000000000000" pitchFamily="2" charset="0"/>
            </a:endParaRPr>
          </a:p>
        </p:txBody>
      </p:sp>
      <p:sp>
        <p:nvSpPr>
          <p:cNvPr id="3" name="Google Shape;1098;p62">
            <a:extLst>
              <a:ext uri="{FF2B5EF4-FFF2-40B4-BE49-F238E27FC236}">
                <a16:creationId xmlns:a16="http://schemas.microsoft.com/office/drawing/2014/main" id="{B8FACB9D-B116-1A0C-A80A-10C3E2F2F673}"/>
              </a:ext>
            </a:extLst>
          </p:cNvPr>
          <p:cNvSpPr txBox="1">
            <a:spLocks/>
          </p:cNvSpPr>
          <p:nvPr/>
        </p:nvSpPr>
        <p:spPr>
          <a:xfrm>
            <a:off x="776926" y="1159037"/>
            <a:ext cx="7824718" cy="540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US" sz="2400" dirty="0">
                <a:latin typeface="Didact Gothic" panose="00000500000000000000" pitchFamily="2" charset="0"/>
              </a:rPr>
              <a:t>L = </a:t>
            </a:r>
            <a:r>
              <a:rPr lang="nl-NL" sz="2400" dirty="0">
                <a:latin typeface="Didact Gothic" panose="00000500000000000000" pitchFamily="2" charset="0"/>
              </a:rPr>
              <a:t>strings die bestaan ​​uit nul of meer 'a's, gevolgd door nul of meer 'b's, gevolgd door nul of meer 'c's.</a:t>
            </a:r>
            <a:endParaRPr lang="el-GR" sz="2400" dirty="0">
              <a:latin typeface="Didact Gothic" panose="00000500000000000000" pitchFamily="2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C69B825-68E6-D2AD-9031-E5B06F2DD98B}"/>
              </a:ext>
            </a:extLst>
          </p:cNvPr>
          <p:cNvSpPr/>
          <p:nvPr/>
        </p:nvSpPr>
        <p:spPr>
          <a:xfrm>
            <a:off x="732450" y="3709455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q0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2FDE0D1-B2B1-1058-2651-D0A4F88A3626}"/>
              </a:ext>
            </a:extLst>
          </p:cNvPr>
          <p:cNvCxnSpPr>
            <a:cxnSpLocks/>
            <a:endCxn id="34" idx="2"/>
          </p:cNvCxnSpPr>
          <p:nvPr/>
        </p:nvCxnSpPr>
        <p:spPr>
          <a:xfrm>
            <a:off x="372677" y="3984463"/>
            <a:ext cx="3597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18097C4-8FD2-C3C1-98C1-6AF3DEFF266B}"/>
              </a:ext>
            </a:extLst>
          </p:cNvPr>
          <p:cNvCxnSpPr>
            <a:stCxn id="34" idx="1"/>
            <a:endCxn id="34" idx="7"/>
          </p:cNvCxnSpPr>
          <p:nvPr/>
        </p:nvCxnSpPr>
        <p:spPr>
          <a:xfrm rot="5400000" flipH="1" flipV="1">
            <a:off x="1007457" y="3595544"/>
            <a:ext cx="12700" cy="388919"/>
          </a:xfrm>
          <a:prstGeom prst="curvedConnector3">
            <a:avLst>
              <a:gd name="adj1" fmla="val 24342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D9904F-41A7-5977-90D0-F1C413B9FB34}"/>
              </a:ext>
            </a:extLst>
          </p:cNvPr>
          <p:cNvSpPr txBox="1"/>
          <p:nvPr/>
        </p:nvSpPr>
        <p:spPr>
          <a:xfrm>
            <a:off x="640723" y="3185536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a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ECE31B-BE86-256D-2EA6-584E347671D0}"/>
              </a:ext>
            </a:extLst>
          </p:cNvPr>
          <p:cNvSpPr/>
          <p:nvPr/>
        </p:nvSpPr>
        <p:spPr>
          <a:xfrm>
            <a:off x="2015511" y="3722233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38AF00-1C2A-F8DF-3878-A7AC0CACF5B6}"/>
              </a:ext>
            </a:extLst>
          </p:cNvPr>
          <p:cNvSpPr/>
          <p:nvPr/>
        </p:nvSpPr>
        <p:spPr>
          <a:xfrm>
            <a:off x="3361782" y="3716330"/>
            <a:ext cx="550015" cy="5500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idact Gothic" panose="00000500000000000000" pitchFamily="2" charset="0"/>
              </a:rPr>
              <a:t>q2</a:t>
            </a:r>
            <a:endParaRPr lang="nl-NL" dirty="0">
              <a:latin typeface="Didact Gothic" panose="00000500000000000000" pitchFamily="2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EAD5C3-99A5-F885-D795-0B5085621E61}"/>
              </a:ext>
            </a:extLst>
          </p:cNvPr>
          <p:cNvCxnSpPr>
            <a:cxnSpLocks/>
            <a:stCxn id="34" idx="6"/>
            <a:endCxn id="18" idx="2"/>
          </p:cNvCxnSpPr>
          <p:nvPr/>
        </p:nvCxnSpPr>
        <p:spPr>
          <a:xfrm>
            <a:off x="1282465" y="3984463"/>
            <a:ext cx="733046" cy="12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B186672-65A4-C52B-CC6A-0BE4D6EDF0E8}"/>
              </a:ext>
            </a:extLst>
          </p:cNvPr>
          <p:cNvSpPr txBox="1"/>
          <p:nvPr/>
        </p:nvSpPr>
        <p:spPr>
          <a:xfrm>
            <a:off x="1346823" y="3654774"/>
            <a:ext cx="716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l-GR" sz="1800" dirty="0">
                <a:latin typeface="Didact Gothic" panose="00000500000000000000" pitchFamily="2" charset="0"/>
              </a:rPr>
              <a:t>ε</a:t>
            </a:r>
            <a:endParaRPr lang="en-US" sz="1800" b="1" dirty="0">
              <a:latin typeface="Didact Gothic" panose="00000500000000000000" pitchFamily="2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5E1E5BF-6667-B903-D621-602B2353E276}"/>
              </a:ext>
            </a:extLst>
          </p:cNvPr>
          <p:cNvCxnSpPr>
            <a:cxnSpLocks/>
            <a:stCxn id="18" idx="6"/>
            <a:endCxn id="30" idx="2"/>
          </p:cNvCxnSpPr>
          <p:nvPr/>
        </p:nvCxnSpPr>
        <p:spPr>
          <a:xfrm flipV="1">
            <a:off x="2565526" y="3990593"/>
            <a:ext cx="733046" cy="6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87A744C-7505-7EFC-8746-296218F5E6AC}"/>
              </a:ext>
            </a:extLst>
          </p:cNvPr>
          <p:cNvSpPr txBox="1"/>
          <p:nvPr/>
        </p:nvSpPr>
        <p:spPr>
          <a:xfrm>
            <a:off x="2648453" y="3706308"/>
            <a:ext cx="704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l-GR" sz="1400" dirty="0">
                <a:latin typeface="Didact Gothic" panose="00000500000000000000" pitchFamily="2" charset="0"/>
              </a:rPr>
              <a:t>ε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88F8A9BE-127D-62BE-8915-D5BC247C66BD}"/>
              </a:ext>
            </a:extLst>
          </p:cNvPr>
          <p:cNvCxnSpPr>
            <a:cxnSpLocks/>
            <a:stCxn id="18" idx="1"/>
            <a:endCxn id="18" idx="7"/>
          </p:cNvCxnSpPr>
          <p:nvPr/>
        </p:nvCxnSpPr>
        <p:spPr>
          <a:xfrm rot="5400000" flipH="1" flipV="1">
            <a:off x="2290518" y="3608322"/>
            <a:ext cx="12700" cy="388919"/>
          </a:xfrm>
          <a:prstGeom prst="curvedConnector3">
            <a:avLst>
              <a:gd name="adj1" fmla="val 24342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5510144-970A-59F2-8F36-F30EABAED503}"/>
              </a:ext>
            </a:extLst>
          </p:cNvPr>
          <p:cNvSpPr txBox="1"/>
          <p:nvPr/>
        </p:nvSpPr>
        <p:spPr>
          <a:xfrm>
            <a:off x="1953772" y="3193341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b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4F298-E1CA-D099-BB25-1CFA2BC619EF}"/>
              </a:ext>
            </a:extLst>
          </p:cNvPr>
          <p:cNvSpPr txBox="1"/>
          <p:nvPr/>
        </p:nvSpPr>
        <p:spPr>
          <a:xfrm>
            <a:off x="3270762" y="3139571"/>
            <a:ext cx="716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-US" dirty="0">
                <a:latin typeface="Didact Gothic" panose="00000500000000000000" pitchFamily="2" charset="0"/>
              </a:rPr>
              <a:t>c</a:t>
            </a:r>
            <a:endParaRPr lang="en-US" sz="1400" dirty="0">
              <a:latin typeface="Didact Gothic" panose="000005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63AA96-09AA-4C19-B873-05D8AEB98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161971"/>
              </p:ext>
            </p:extLst>
          </p:nvPr>
        </p:nvGraphicFramePr>
        <p:xfrm>
          <a:off x="4338242" y="2910854"/>
          <a:ext cx="3940270" cy="1724646"/>
        </p:xfrm>
        <a:graphic>
          <a:graphicData uri="http://schemas.openxmlformats.org/drawingml/2006/table">
            <a:tbl>
              <a:tblPr firstRow="1" bandRow="1">
                <a:tableStyleId>{2829158E-518A-43E2-9EA4-46D35B15BF13}</a:tableStyleId>
              </a:tblPr>
              <a:tblGrid>
                <a:gridCol w="788054">
                  <a:extLst>
                    <a:ext uri="{9D8B030D-6E8A-4147-A177-3AD203B41FA5}">
                      <a16:colId xmlns:a16="http://schemas.microsoft.com/office/drawing/2014/main" val="967300338"/>
                    </a:ext>
                  </a:extLst>
                </a:gridCol>
                <a:gridCol w="788054">
                  <a:extLst>
                    <a:ext uri="{9D8B030D-6E8A-4147-A177-3AD203B41FA5}">
                      <a16:colId xmlns:a16="http://schemas.microsoft.com/office/drawing/2014/main" val="573947496"/>
                    </a:ext>
                  </a:extLst>
                </a:gridCol>
                <a:gridCol w="788054">
                  <a:extLst>
                    <a:ext uri="{9D8B030D-6E8A-4147-A177-3AD203B41FA5}">
                      <a16:colId xmlns:a16="http://schemas.microsoft.com/office/drawing/2014/main" val="306636640"/>
                    </a:ext>
                  </a:extLst>
                </a:gridCol>
                <a:gridCol w="788054">
                  <a:extLst>
                    <a:ext uri="{9D8B030D-6E8A-4147-A177-3AD203B41FA5}">
                      <a16:colId xmlns:a16="http://schemas.microsoft.com/office/drawing/2014/main" val="1268055254"/>
                    </a:ext>
                  </a:extLst>
                </a:gridCol>
                <a:gridCol w="788054">
                  <a:extLst>
                    <a:ext uri="{9D8B030D-6E8A-4147-A177-3AD203B41FA5}">
                      <a16:colId xmlns:a16="http://schemas.microsoft.com/office/drawing/2014/main" val="2641392496"/>
                    </a:ext>
                  </a:extLst>
                </a:gridCol>
              </a:tblGrid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Current State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400" dirty="0">
                          <a:latin typeface="Didact Gothic" panose="00000500000000000000" pitchFamily="2" charset="0"/>
                        </a:rPr>
                        <a:t>ε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a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b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c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85044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l-GR" sz="1400">
                          <a:latin typeface="Didact Gothic" panose="00000500000000000000" pitchFamily="2" charset="0"/>
                        </a:rPr>
                        <a:t>→</a:t>
                      </a:r>
                      <a:r>
                        <a:rPr lang="en-US" sz="1400">
                          <a:latin typeface="Didact Gothic" panose="00000500000000000000" pitchFamily="2" charset="0"/>
                        </a:rPr>
                        <a:t>q0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{q1}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{q0}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163868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n-US">
                          <a:latin typeface="Didact Gothic" panose="00000500000000000000" pitchFamily="2" charset="0"/>
                        </a:rPr>
                        <a:t>q1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{q1}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11047"/>
                  </a:ext>
                </a:extLst>
              </a:tr>
              <a:tr h="402162"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*q2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dirty="0">
                        <a:latin typeface="Didact Gothic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92249"/>
                  </a:ext>
                </a:extLst>
              </a:tr>
            </a:tbl>
          </a:graphicData>
        </a:graphic>
      </p:graphicFrame>
      <p:sp>
        <p:nvSpPr>
          <p:cNvPr id="9" name="Google Shape;1098;p62">
            <a:extLst>
              <a:ext uri="{FF2B5EF4-FFF2-40B4-BE49-F238E27FC236}">
                <a16:creationId xmlns:a16="http://schemas.microsoft.com/office/drawing/2014/main" id="{4B1F8DB9-4733-2B87-8C3A-2A2125B90DAB}"/>
              </a:ext>
            </a:extLst>
          </p:cNvPr>
          <p:cNvSpPr txBox="1">
            <a:spLocks/>
          </p:cNvSpPr>
          <p:nvPr/>
        </p:nvSpPr>
        <p:spPr>
          <a:xfrm>
            <a:off x="5397053" y="2472795"/>
            <a:ext cx="2097464" cy="44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sz="2000" dirty="0" err="1">
                <a:latin typeface="Didact Gothic" panose="00000500000000000000" pitchFamily="2" charset="0"/>
              </a:rPr>
              <a:t>transitietabel</a:t>
            </a:r>
            <a:endParaRPr lang="el-GR" sz="2000" dirty="0">
              <a:latin typeface="Didact Gothic" panose="00000500000000000000" pitchFamily="2" charset="0"/>
            </a:endParaRPr>
          </a:p>
        </p:txBody>
      </p:sp>
      <p:sp>
        <p:nvSpPr>
          <p:cNvPr id="10" name="Google Shape;1098;p62">
            <a:extLst>
              <a:ext uri="{FF2B5EF4-FFF2-40B4-BE49-F238E27FC236}">
                <a16:creationId xmlns:a16="http://schemas.microsoft.com/office/drawing/2014/main" id="{B2D04CED-1BA7-0821-E907-9B9D0981E74E}"/>
              </a:ext>
            </a:extLst>
          </p:cNvPr>
          <p:cNvSpPr txBox="1">
            <a:spLocks/>
          </p:cNvSpPr>
          <p:nvPr/>
        </p:nvSpPr>
        <p:spPr>
          <a:xfrm>
            <a:off x="1065796" y="2562907"/>
            <a:ext cx="2097464" cy="44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sz="2000" dirty="0" err="1">
                <a:latin typeface="Didact Gothic" panose="00000500000000000000" pitchFamily="2" charset="0"/>
              </a:rPr>
              <a:t>transitiediagram</a:t>
            </a:r>
            <a:endParaRPr lang="el-GR" sz="2000" dirty="0">
              <a:latin typeface="Didact Gothic" panose="00000500000000000000" pitchFamily="2" charset="0"/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227B0879-5A4A-7B0A-1F34-FE6A26670A46}"/>
              </a:ext>
            </a:extLst>
          </p:cNvPr>
          <p:cNvCxnSpPr>
            <a:cxnSpLocks/>
            <a:stCxn id="30" idx="1"/>
            <a:endCxn id="30" idx="7"/>
          </p:cNvCxnSpPr>
          <p:nvPr/>
        </p:nvCxnSpPr>
        <p:spPr>
          <a:xfrm rot="5400000" flipH="1" flipV="1">
            <a:off x="3629168" y="3523058"/>
            <a:ext cx="12700" cy="467535"/>
          </a:xfrm>
          <a:prstGeom prst="curvedConnector3">
            <a:avLst>
              <a:gd name="adj1" fmla="val 25624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388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3C56C76E-1C1D-99F9-3F50-7AA697FB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715F58C-417D-CF43-C9DB-306EED813E1D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2A2FE2C-1796-011E-C556-1DABC4BD11AF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98;p62">
            <a:extLst>
              <a:ext uri="{FF2B5EF4-FFF2-40B4-BE49-F238E27FC236}">
                <a16:creationId xmlns:a16="http://schemas.microsoft.com/office/drawing/2014/main" id="{8611472C-7D52-3F20-47EE-D13B575A5B02}"/>
              </a:ext>
            </a:extLst>
          </p:cNvPr>
          <p:cNvSpPr txBox="1">
            <a:spLocks/>
          </p:cNvSpPr>
          <p:nvPr/>
        </p:nvSpPr>
        <p:spPr>
          <a:xfrm>
            <a:off x="0" y="1268860"/>
            <a:ext cx="91440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l-GR" sz="3600" dirty="0">
              <a:latin typeface="Didact Gothic" panose="000005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96F3FB-C2DD-8167-AB81-CB9DBB63C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096111"/>
              </p:ext>
            </p:extLst>
          </p:nvPr>
        </p:nvGraphicFramePr>
        <p:xfrm>
          <a:off x="4624845" y="906162"/>
          <a:ext cx="3739960" cy="1292958"/>
        </p:xfrm>
        <a:graphic>
          <a:graphicData uri="http://schemas.openxmlformats.org/drawingml/2006/table">
            <a:tbl>
              <a:tblPr firstRow="1" bandRow="1">
                <a:tableStyleId>{2829158E-518A-43E2-9EA4-46D35B15BF13}</a:tableStyleId>
              </a:tblPr>
              <a:tblGrid>
                <a:gridCol w="747992">
                  <a:extLst>
                    <a:ext uri="{9D8B030D-6E8A-4147-A177-3AD203B41FA5}">
                      <a16:colId xmlns:a16="http://schemas.microsoft.com/office/drawing/2014/main" val="967300338"/>
                    </a:ext>
                  </a:extLst>
                </a:gridCol>
                <a:gridCol w="747992">
                  <a:extLst>
                    <a:ext uri="{9D8B030D-6E8A-4147-A177-3AD203B41FA5}">
                      <a16:colId xmlns:a16="http://schemas.microsoft.com/office/drawing/2014/main" val="573947496"/>
                    </a:ext>
                  </a:extLst>
                </a:gridCol>
                <a:gridCol w="747992">
                  <a:extLst>
                    <a:ext uri="{9D8B030D-6E8A-4147-A177-3AD203B41FA5}">
                      <a16:colId xmlns:a16="http://schemas.microsoft.com/office/drawing/2014/main" val="306636640"/>
                    </a:ext>
                  </a:extLst>
                </a:gridCol>
                <a:gridCol w="747992">
                  <a:extLst>
                    <a:ext uri="{9D8B030D-6E8A-4147-A177-3AD203B41FA5}">
                      <a16:colId xmlns:a16="http://schemas.microsoft.com/office/drawing/2014/main" val="1268055254"/>
                    </a:ext>
                  </a:extLst>
                </a:gridCol>
                <a:gridCol w="747992">
                  <a:extLst>
                    <a:ext uri="{9D8B030D-6E8A-4147-A177-3AD203B41FA5}">
                      <a16:colId xmlns:a16="http://schemas.microsoft.com/office/drawing/2014/main" val="2641392496"/>
                    </a:ext>
                  </a:extLst>
                </a:gridCol>
              </a:tblGrid>
              <a:tr h="382325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Current State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l-GR" sz="1100" dirty="0">
                          <a:latin typeface="Didact Gothic" panose="00000500000000000000" pitchFamily="2" charset="0"/>
                        </a:rPr>
                        <a:t>ε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a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b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c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2352285044"/>
                  </a:ext>
                </a:extLst>
              </a:tr>
              <a:tr h="296736">
                <a:tc>
                  <a:txBody>
                    <a:bodyPr/>
                    <a:lstStyle/>
                    <a:p>
                      <a:r>
                        <a:rPr lang="el-GR" sz="1100" dirty="0">
                          <a:latin typeface="Didact Gothic" panose="00000500000000000000" pitchFamily="2" charset="0"/>
                        </a:rPr>
                        <a:t>→</a:t>
                      </a:r>
                      <a:r>
                        <a:rPr lang="en-US" sz="1100" dirty="0">
                          <a:latin typeface="Didact Gothic" panose="00000500000000000000" pitchFamily="2" charset="0"/>
                        </a:rPr>
                        <a:t>q0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{q1}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{q0}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3445163868"/>
                  </a:ext>
                </a:extLst>
              </a:tr>
              <a:tr h="296736">
                <a:tc>
                  <a:txBody>
                    <a:bodyPr/>
                    <a:lstStyle/>
                    <a:p>
                      <a:r>
                        <a:rPr lang="en-US" sz="1100">
                          <a:latin typeface="Didact Gothic" panose="00000500000000000000" pitchFamily="2" charset="0"/>
                        </a:rPr>
                        <a:t>q1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{q1}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2713411047"/>
                  </a:ext>
                </a:extLst>
              </a:tr>
              <a:tr h="296736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*q2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3664992249"/>
                  </a:ext>
                </a:extLst>
              </a:tr>
            </a:tbl>
          </a:graphicData>
        </a:graphic>
      </p:graphicFrame>
      <p:sp>
        <p:nvSpPr>
          <p:cNvPr id="9" name="Google Shape;1098;p62">
            <a:extLst>
              <a:ext uri="{FF2B5EF4-FFF2-40B4-BE49-F238E27FC236}">
                <a16:creationId xmlns:a16="http://schemas.microsoft.com/office/drawing/2014/main" id="{C1863A10-F87B-3221-8A08-2E8A770AC6D3}"/>
              </a:ext>
            </a:extLst>
          </p:cNvPr>
          <p:cNvSpPr txBox="1">
            <a:spLocks/>
          </p:cNvSpPr>
          <p:nvPr/>
        </p:nvSpPr>
        <p:spPr>
          <a:xfrm>
            <a:off x="5397053" y="409045"/>
            <a:ext cx="2097464" cy="44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sz="2000" dirty="0" err="1">
                <a:latin typeface="Didact Gothic" panose="00000500000000000000" pitchFamily="2" charset="0"/>
              </a:rPr>
              <a:t>transitietabel</a:t>
            </a:r>
            <a:endParaRPr lang="el-GR" sz="2000" dirty="0">
              <a:latin typeface="Didact Gothic" panose="00000500000000000000" pitchFamily="2" charset="0"/>
            </a:endParaRPr>
          </a:p>
        </p:txBody>
      </p:sp>
      <p:sp>
        <p:nvSpPr>
          <p:cNvPr id="10" name="Google Shape;1098;p62">
            <a:extLst>
              <a:ext uri="{FF2B5EF4-FFF2-40B4-BE49-F238E27FC236}">
                <a16:creationId xmlns:a16="http://schemas.microsoft.com/office/drawing/2014/main" id="{41218830-AAF6-39AD-1574-AB6B12425555}"/>
              </a:ext>
            </a:extLst>
          </p:cNvPr>
          <p:cNvSpPr txBox="1">
            <a:spLocks/>
          </p:cNvSpPr>
          <p:nvPr/>
        </p:nvSpPr>
        <p:spPr>
          <a:xfrm>
            <a:off x="1065796" y="499157"/>
            <a:ext cx="2097464" cy="44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sz="2000" dirty="0" err="1">
                <a:latin typeface="Didact Gothic" panose="00000500000000000000" pitchFamily="2" charset="0"/>
              </a:rPr>
              <a:t>transitiediagram</a:t>
            </a:r>
            <a:endParaRPr lang="el-GR" sz="2000" dirty="0">
              <a:latin typeface="Didact Gothic" panose="00000500000000000000" pitchFamily="2" charset="0"/>
            </a:endParaRPr>
          </a:p>
        </p:txBody>
      </p:sp>
      <p:sp>
        <p:nvSpPr>
          <p:cNvPr id="11" name="Google Shape;1098;p62">
            <a:extLst>
              <a:ext uri="{FF2B5EF4-FFF2-40B4-BE49-F238E27FC236}">
                <a16:creationId xmlns:a16="http://schemas.microsoft.com/office/drawing/2014/main" id="{02C204AC-437E-38BD-99D2-5831D6EB4D69}"/>
              </a:ext>
            </a:extLst>
          </p:cNvPr>
          <p:cNvSpPr txBox="1">
            <a:spLocks/>
          </p:cNvSpPr>
          <p:nvPr/>
        </p:nvSpPr>
        <p:spPr>
          <a:xfrm>
            <a:off x="-269537" y="2396487"/>
            <a:ext cx="2097464" cy="44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sz="2000" dirty="0">
                <a:latin typeface="Didact Gothic" panose="00000500000000000000" pitchFamily="2" charset="0"/>
              </a:rPr>
              <a:t>DFA</a:t>
            </a:r>
            <a:endParaRPr lang="el-GR" sz="2000" dirty="0">
              <a:latin typeface="Didact Gothic" panose="00000500000000000000" pitchFamily="2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3A3E40-4F0C-2300-9778-9C144DB2B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876322"/>
              </p:ext>
            </p:extLst>
          </p:nvPr>
        </p:nvGraphicFramePr>
        <p:xfrm>
          <a:off x="4624844" y="2638634"/>
          <a:ext cx="3976800" cy="1784566"/>
        </p:xfrm>
        <a:graphic>
          <a:graphicData uri="http://schemas.openxmlformats.org/drawingml/2006/table">
            <a:tbl>
              <a:tblPr firstRow="1" bandRow="1">
                <a:tableStyleId>{2829158E-518A-43E2-9EA4-46D35B15BF13}</a:tableStyleId>
              </a:tblPr>
              <a:tblGrid>
                <a:gridCol w="994200">
                  <a:extLst>
                    <a:ext uri="{9D8B030D-6E8A-4147-A177-3AD203B41FA5}">
                      <a16:colId xmlns:a16="http://schemas.microsoft.com/office/drawing/2014/main" val="967300338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306636640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1268055254"/>
                    </a:ext>
                  </a:extLst>
                </a:gridCol>
                <a:gridCol w="994200">
                  <a:extLst>
                    <a:ext uri="{9D8B030D-6E8A-4147-A177-3AD203B41FA5}">
                      <a16:colId xmlns:a16="http://schemas.microsoft.com/office/drawing/2014/main" val="2641392496"/>
                    </a:ext>
                  </a:extLst>
                </a:gridCol>
              </a:tblGrid>
              <a:tr h="310326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Current State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a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b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c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2352285044"/>
                  </a:ext>
                </a:extLst>
              </a:tr>
              <a:tr h="3617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1100" dirty="0">
                          <a:latin typeface="Didact Gothic" panose="00000500000000000000" pitchFamily="2" charset="0"/>
                        </a:rPr>
                        <a:t>→</a:t>
                      </a:r>
                      <a:r>
                        <a:rPr lang="en-US" sz="1100" dirty="0">
                          <a:latin typeface="Didact Gothic" panose="00000500000000000000" pitchFamily="2" charset="0"/>
                        </a:rPr>
                        <a:t>*{q0, q1, 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{q0, q1, 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{q1, 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3445163868"/>
                  </a:ext>
                </a:extLst>
              </a:tr>
              <a:tr h="3343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*{q1, 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{q1, 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2713411047"/>
                  </a:ext>
                </a:extLst>
              </a:tr>
              <a:tr h="33437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*{q2}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Didact Gothic" panose="00000500000000000000" pitchFamily="2" charset="0"/>
                        </a:rPr>
                        <a:t>{q2}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2227133497"/>
                  </a:ext>
                </a:extLst>
              </a:tr>
              <a:tr h="3617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  <a:p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  <a:p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Didact Gothic" panose="00000500000000000000" pitchFamily="2" charset="0"/>
                        </a:rPr>
                        <a:t>∅</a:t>
                      </a:r>
                      <a:endParaRPr lang="nl-NL" sz="1100" dirty="0">
                        <a:latin typeface="Didact Gothic" panose="00000500000000000000" pitchFamily="2" charset="0"/>
                      </a:endParaRPr>
                    </a:p>
                    <a:p>
                      <a:endParaRPr lang="nl-NL" sz="1100" dirty="0">
                        <a:latin typeface="Didact Gothic" panose="00000500000000000000" pitchFamily="2" charset="0"/>
                      </a:endParaRPr>
                    </a:p>
                  </a:txBody>
                  <a:tcPr marL="67469" marR="67469" marT="33735" marB="33735"/>
                </a:tc>
                <a:extLst>
                  <a:ext uri="{0D108BD9-81ED-4DB2-BD59-A6C34878D82A}">
                    <a16:rowId xmlns:a16="http://schemas.microsoft.com/office/drawing/2014/main" val="222319104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472B08-E037-B629-99A2-9C7462BAC4D8}"/>
              </a:ext>
            </a:extLst>
          </p:cNvPr>
          <p:cNvCxnSpPr>
            <a:cxnSpLocks/>
          </p:cNvCxnSpPr>
          <p:nvPr/>
        </p:nvCxnSpPr>
        <p:spPr>
          <a:xfrm>
            <a:off x="336884" y="2364647"/>
            <a:ext cx="847710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Google Shape;1098;p62">
            <a:extLst>
              <a:ext uri="{FF2B5EF4-FFF2-40B4-BE49-F238E27FC236}">
                <a16:creationId xmlns:a16="http://schemas.microsoft.com/office/drawing/2014/main" id="{7CFBE78D-A69B-3762-AC97-4DC965315B08}"/>
              </a:ext>
            </a:extLst>
          </p:cNvPr>
          <p:cNvSpPr txBox="1">
            <a:spLocks/>
          </p:cNvSpPr>
          <p:nvPr/>
        </p:nvSpPr>
        <p:spPr>
          <a:xfrm>
            <a:off x="-329305" y="257010"/>
            <a:ext cx="2097464" cy="44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idact Gothic"/>
              <a:buNone/>
              <a:defRPr sz="18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l-GR" dirty="0">
                <a:latin typeface="Didact Gothic" panose="00000500000000000000" pitchFamily="2" charset="0"/>
              </a:rPr>
              <a:t>ε</a:t>
            </a:r>
            <a:r>
              <a:rPr lang="en-US" dirty="0">
                <a:latin typeface="Didact Gothic" panose="00000500000000000000" pitchFamily="2" charset="0"/>
              </a:rPr>
              <a:t>-NFA</a:t>
            </a:r>
            <a:endParaRPr lang="nl-NL" dirty="0">
              <a:latin typeface="Didact Gothic" panose="00000500000000000000" pitchFamily="2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2E35AE9-207F-79BB-91B0-8E2CDAD984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1" t="30206" r="32515" b="45296"/>
          <a:stretch/>
        </p:blipFill>
        <p:spPr bwMode="auto">
          <a:xfrm>
            <a:off x="412510" y="906162"/>
            <a:ext cx="3953233" cy="1260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746E150-D144-41C4-012A-1E2342B2E6A0}"/>
              </a:ext>
            </a:extLst>
          </p:cNvPr>
          <p:cNvSpPr txBox="1"/>
          <p:nvPr/>
        </p:nvSpPr>
        <p:spPr>
          <a:xfrm>
            <a:off x="2202637" y="3969632"/>
            <a:ext cx="317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dirty="0">
                <a:latin typeface="Didact Gothic" panose="00000500000000000000" pitchFamily="2" charset="0"/>
              </a:rPr>
              <a:t>∅</a:t>
            </a:r>
            <a:endParaRPr lang="nl-NL" sz="1400" dirty="0">
              <a:latin typeface="Didact Gothic" panose="00000500000000000000" pitchFamily="2" charset="0"/>
            </a:endParaRP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D9451DFC-BD71-785C-53DA-37E1F6EBD3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7" t="23027" r="29749" b="18596"/>
          <a:stretch/>
        </p:blipFill>
        <p:spPr bwMode="auto">
          <a:xfrm>
            <a:off x="642627" y="2302435"/>
            <a:ext cx="3492998" cy="253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75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>
          <a:extLst>
            <a:ext uri="{FF2B5EF4-FFF2-40B4-BE49-F238E27FC236}">
              <a16:creationId xmlns:a16="http://schemas.microsoft.com/office/drawing/2014/main" id="{187F8C20-381C-09C5-507C-986A2014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3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E7EDFDA-355C-637D-5FAA-EAA46E2DD5DE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6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330BFC1-32FE-18CE-B278-21A72816FEFE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098;p62">
                <a:extLst>
                  <a:ext uri="{FF2B5EF4-FFF2-40B4-BE49-F238E27FC236}">
                    <a16:creationId xmlns:a16="http://schemas.microsoft.com/office/drawing/2014/main" id="{935311B2-158D-5814-EDCA-35403C37D0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926" y="1070808"/>
                <a:ext cx="7824718" cy="33885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800"/>
                  <a:buFont typeface="Didact Gothic"/>
                  <a:buNone/>
                  <a:defRPr sz="18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1pPr>
                <a:lvl2pPr marL="914400" marR="0" lvl="1" indent="-3175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2pPr>
                <a:lvl3pPr marL="1371600" marR="0" lvl="2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3pPr>
                <a:lvl4pPr marL="1828800" marR="0" lvl="3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4pPr>
                <a:lvl5pPr marL="2286000" marR="0" lvl="4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5pPr>
                <a:lvl6pPr marL="2743200" marR="0" lvl="5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6pPr>
                <a:lvl7pPr marL="3200400" marR="0" lvl="6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7pPr>
                <a:lvl8pPr marL="3657600" marR="0" lvl="7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8pPr>
                <a:lvl9pPr marL="4114800" marR="0" lvl="8" indent="-317500" algn="ctr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accent5"/>
                  </a:buClr>
                  <a:buSzPts val="1400"/>
                  <a:buFont typeface="Didact Gothic"/>
                  <a:buNone/>
                  <a:defRPr sz="1400" b="0" i="0" u="none" strike="noStrike" cap="none">
                    <a:solidFill>
                      <a:schemeClr val="accent5"/>
                    </a:solidFill>
                    <a:latin typeface="Didact Gothic"/>
                    <a:ea typeface="Didact Gothic"/>
                    <a:cs typeface="Didact Gothic"/>
                    <a:sym typeface="Didact Gothic"/>
                  </a:defRPr>
                </a:lvl9pPr>
              </a:lstStyle>
              <a:p>
                <a:pPr marL="342900" algn="l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Didact Gothic" panose="00000500000000000000" pitchFamily="2" charset="0"/>
                  </a:rPr>
                  <a:t>Stap 1:</a:t>
                </a:r>
              </a:p>
              <a:p>
                <a:pPr marL="0" indent="0" algn="l"/>
                <a:r>
                  <a:rPr lang="en-US" sz="2400" dirty="0">
                    <a:latin typeface="Didact Gothic" panose="00000500000000000000" pitchFamily="2" charset="0"/>
                  </a:rPr>
                  <a:t>	Eclose(de </a:t>
                </a:r>
                <a:r>
                  <a:rPr lang="en-US" sz="2400" dirty="0" err="1">
                    <a:latin typeface="Didact Gothic" panose="00000500000000000000" pitchFamily="2" charset="0"/>
                  </a:rPr>
                  <a:t>huidige</a:t>
                </a:r>
                <a:r>
                  <a:rPr lang="en-US" sz="2400" dirty="0">
                    <a:latin typeface="Didact Gothic" panose="00000500000000000000" pitchFamily="2" charset="0"/>
                  </a:rPr>
                  <a:t> </a:t>
                </a:r>
                <a:r>
                  <a:rPr lang="en-US" sz="2400" dirty="0" err="1">
                    <a:latin typeface="Didact Gothic" panose="00000500000000000000" pitchFamily="2" charset="0"/>
                  </a:rPr>
                  <a:t>toestand</a:t>
                </a:r>
                <a:r>
                  <a:rPr lang="en-US" sz="2400" dirty="0">
                    <a:latin typeface="Didact Gothic" panose="00000500000000000000" pitchFamily="2" charset="0"/>
                  </a:rPr>
                  <a:t>) = S</a:t>
                </a:r>
              </a:p>
              <a:p>
                <a:pPr marL="342900" algn="l">
                  <a:buFont typeface="Arial" panose="020B0604020202020204" pitchFamily="34" charset="0"/>
                  <a:buChar char="•"/>
                </a:pPr>
                <a:endParaRPr lang="en-US" sz="2400" dirty="0">
                  <a:latin typeface="Didact Gothic" panose="00000500000000000000" pitchFamily="2" charset="0"/>
                </a:endParaRPr>
              </a:p>
              <a:p>
                <a:pPr marL="342900" algn="l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Didact Gothic" panose="00000500000000000000" pitchFamily="2" charset="0"/>
                  </a:rPr>
                  <a:t>Stap 2:</a:t>
                </a:r>
              </a:p>
              <a:p>
                <a:pPr marL="0" indent="0" algn="l"/>
                <a:r>
                  <a:rPr lang="nl-NL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/>
                          <m:t>δ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(</m:t>
                    </m:r>
                    <m:r>
                      <m:rPr>
                        <m:nor/>
                      </m:rPr>
                      <a:rPr lang="en-US" sz="2400" b="0" i="0" dirty="0" smtClean="0"/>
                      <m:t>S</m:t>
                    </m:r>
                    <m:r>
                      <m:rPr>
                        <m:nor/>
                      </m:rPr>
                      <a:rPr lang="en-US" sz="2400" dirty="0"/>
                      <m:t>, 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)</m:t>
                    </m:r>
                  </m:oMath>
                </a14:m>
                <a:r>
                  <a:rPr lang="en-US" sz="2400" dirty="0">
                    <a:latin typeface="Didact Gothic" panose="00000500000000000000" pitchFamily="2" charset="0"/>
                  </a:rPr>
                  <a:t> = T</a:t>
                </a:r>
              </a:p>
              <a:p>
                <a:pPr marL="342900" algn="l">
                  <a:buFont typeface="Arial" panose="020B0604020202020204" pitchFamily="34" charset="0"/>
                  <a:buChar char="•"/>
                </a:pPr>
                <a:endParaRPr lang="en-US" sz="2400" dirty="0">
                  <a:latin typeface="Didact Gothic" panose="00000500000000000000" pitchFamily="2" charset="0"/>
                </a:endParaRPr>
              </a:p>
              <a:p>
                <a:pPr marL="342900" algn="l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Didact Gothic" panose="00000500000000000000" pitchFamily="2" charset="0"/>
                  </a:rPr>
                  <a:t>Stap 3:</a:t>
                </a:r>
              </a:p>
              <a:p>
                <a:pPr marL="0" indent="0" algn="l"/>
                <a:r>
                  <a:rPr lang="en-US" sz="2400" dirty="0">
                    <a:latin typeface="Didact Gothic" panose="00000500000000000000" pitchFamily="2" charset="0"/>
                  </a:rPr>
                  <a:t>	Eclose(T)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400" b="1" dirty="0"/>
                          <m:t>δ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m:rPr>
                        <m:nor/>
                      </m:rPr>
                      <a:rPr lang="en-US" sz="2400" b="1" dirty="0"/>
                      <m:t>(</m:t>
                    </m:r>
                    <m:r>
                      <m:rPr>
                        <m:nor/>
                      </m:rPr>
                      <a:rPr lang="en-US" sz="2400" b="1" dirty="0">
                        <a:latin typeface="Didact Gothic" panose="00000500000000000000" pitchFamily="2" charset="0"/>
                      </a:rPr>
                      <m:t>de</m:t>
                    </m:r>
                    <m:r>
                      <m:rPr>
                        <m:nor/>
                      </m:rPr>
                      <a:rPr lang="en-US" sz="2400" b="1" dirty="0">
                        <a:latin typeface="Didact Gothic" panose="00000500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dirty="0">
                        <a:latin typeface="Didact Gothic" panose="00000500000000000000" pitchFamily="2" charset="0"/>
                      </a:rPr>
                      <m:t>huidige</m:t>
                    </m:r>
                    <m:r>
                      <m:rPr>
                        <m:nor/>
                      </m:rPr>
                      <a:rPr lang="en-US" sz="2400" b="1" dirty="0">
                        <a:latin typeface="Didact Gothic" panose="00000500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b="1" dirty="0">
                        <a:latin typeface="Didact Gothic" panose="00000500000000000000" pitchFamily="2" charset="0"/>
                      </a:rPr>
                      <m:t>toestand</m:t>
                    </m:r>
                    <m:r>
                      <m:rPr>
                        <m:nor/>
                      </m:rPr>
                      <a:rPr lang="en-US" sz="2400" b="1" dirty="0"/>
                      <m:t>, </m:t>
                    </m:r>
                    <m:r>
                      <m:rPr>
                        <m:nor/>
                      </m:rPr>
                      <a:rPr lang="en-US" sz="2400" b="1" dirty="0"/>
                      <m:t>a</m:t>
                    </m:r>
                    <m:r>
                      <m:rPr>
                        <m:nor/>
                      </m:rPr>
                      <a:rPr lang="en-US" sz="2400" b="1" dirty="0"/>
                      <m:t>)</m:t>
                    </m:r>
                  </m:oMath>
                </a14:m>
                <a:endParaRPr lang="en-US" sz="2400" b="1" dirty="0">
                  <a:latin typeface="Didact Gothic" panose="00000500000000000000" pitchFamily="2" charset="0"/>
                </a:endParaRPr>
              </a:p>
              <a:p>
                <a:pPr marL="342900" algn="l">
                  <a:buFont typeface="Arial" panose="020B0604020202020204" pitchFamily="34" charset="0"/>
                  <a:buChar char="•"/>
                </a:pPr>
                <a:endParaRPr lang="en-US" sz="2400" dirty="0">
                  <a:latin typeface="Didact Gothic" panose="00000500000000000000" pitchFamily="2" charset="0"/>
                </a:endParaRPr>
              </a:p>
              <a:p>
                <a:pPr marL="342900" algn="l">
                  <a:buFont typeface="Arial" panose="020B0604020202020204" pitchFamily="34" charset="0"/>
                  <a:buChar char="•"/>
                </a:pPr>
                <a:endParaRPr lang="el-GR" sz="24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2" name="Google Shape;1098;p62">
                <a:extLst>
                  <a:ext uri="{FF2B5EF4-FFF2-40B4-BE49-F238E27FC236}">
                    <a16:creationId xmlns:a16="http://schemas.microsoft.com/office/drawing/2014/main" id="{935311B2-158D-5814-EDCA-35403C37D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26" y="1070808"/>
                <a:ext cx="7824718" cy="3388579"/>
              </a:xfrm>
              <a:prstGeom prst="rect">
                <a:avLst/>
              </a:prstGeom>
              <a:blipFill>
                <a:blip r:embed="rId3"/>
                <a:stretch>
                  <a:fillRect l="-467" t="-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362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2984A633-DB5A-50FE-6A01-532E52420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5">
            <a:extLst>
              <a:ext uri="{FF2B5EF4-FFF2-40B4-BE49-F238E27FC236}">
                <a16:creationId xmlns:a16="http://schemas.microsoft.com/office/drawing/2014/main" id="{7D9BDA81-CC4B-F55C-EA49-3499304B55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19417" y="2152808"/>
            <a:ext cx="5960788" cy="171389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dirty="0"/>
          </a:p>
        </p:txBody>
      </p:sp>
      <p:sp>
        <p:nvSpPr>
          <p:cNvPr id="1354" name="Google Shape;1354;p65">
            <a:hlinkClick r:id="rId3" action="ppaction://hlinksldjump"/>
            <a:extLst>
              <a:ext uri="{FF2B5EF4-FFF2-40B4-BE49-F238E27FC236}">
                <a16:creationId xmlns:a16="http://schemas.microsoft.com/office/drawing/2014/main" id="{97AD2FE4-438A-C7DD-58C3-70D638D7CE1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492100" y="1167127"/>
            <a:ext cx="4159800" cy="70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355" name="Google Shape;1355;p65">
            <a:extLst>
              <a:ext uri="{FF2B5EF4-FFF2-40B4-BE49-F238E27FC236}">
                <a16:creationId xmlns:a16="http://schemas.microsoft.com/office/drawing/2014/main" id="{2D11B4DE-F5CC-DB7A-68A0-8EA63029517B}"/>
              </a:ext>
            </a:extLst>
          </p:cNvPr>
          <p:cNvSpPr/>
          <p:nvPr/>
        </p:nvSpPr>
        <p:spPr>
          <a:xfrm>
            <a:off x="3655800" y="3866701"/>
            <a:ext cx="1832405" cy="244805"/>
          </a:xfrm>
          <a:custGeom>
            <a:avLst/>
            <a:gdLst/>
            <a:ahLst/>
            <a:cxnLst/>
            <a:rect l="l" t="t" r="r" b="b"/>
            <a:pathLst>
              <a:path w="55866" h="7463" extrusionOk="0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65">
            <a:extLst>
              <a:ext uri="{FF2B5EF4-FFF2-40B4-BE49-F238E27FC236}">
                <a16:creationId xmlns:a16="http://schemas.microsoft.com/office/drawing/2014/main" id="{D076D54E-E7A3-55B8-6BBD-3CCDEBB65CB5}"/>
              </a:ext>
            </a:extLst>
          </p:cNvPr>
          <p:cNvGrpSpPr/>
          <p:nvPr/>
        </p:nvGrpSpPr>
        <p:grpSpPr>
          <a:xfrm rot="10667963">
            <a:off x="7458206" y="1380526"/>
            <a:ext cx="1385983" cy="2705355"/>
            <a:chOff x="409722" y="228600"/>
            <a:chExt cx="1385931" cy="2705253"/>
          </a:xfrm>
        </p:grpSpPr>
        <p:grpSp>
          <p:nvGrpSpPr>
            <p:cNvPr id="1357" name="Google Shape;1357;p65">
              <a:extLst>
                <a:ext uri="{FF2B5EF4-FFF2-40B4-BE49-F238E27FC236}">
                  <a16:creationId xmlns:a16="http://schemas.microsoft.com/office/drawing/2014/main" id="{C0A2A9FF-B9BA-36F5-2D30-4C7D3D4F2BE3}"/>
                </a:ext>
              </a:extLst>
            </p:cNvPr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358" name="Google Shape;1358;p65">
                <a:extLst>
                  <a:ext uri="{FF2B5EF4-FFF2-40B4-BE49-F238E27FC236}">
                    <a16:creationId xmlns:a16="http://schemas.microsoft.com/office/drawing/2014/main" id="{29B9783A-EB10-DB2D-74D2-BB7F767666F8}"/>
                  </a:ext>
                </a:extLst>
              </p:cNvPr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65">
                <a:extLst>
                  <a:ext uri="{FF2B5EF4-FFF2-40B4-BE49-F238E27FC236}">
                    <a16:creationId xmlns:a16="http://schemas.microsoft.com/office/drawing/2014/main" id="{27B97CFB-1E3D-34D4-2AC7-DFA69773222D}"/>
                  </a:ext>
                </a:extLst>
              </p:cNvPr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0" name="Google Shape;1360;p65">
              <a:extLst>
                <a:ext uri="{FF2B5EF4-FFF2-40B4-BE49-F238E27FC236}">
                  <a16:creationId xmlns:a16="http://schemas.microsoft.com/office/drawing/2014/main" id="{75C6DC6E-ED11-CD0B-4750-1633DE2981CA}"/>
                </a:ext>
              </a:extLst>
            </p:cNvPr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" name="Google Shape;1361;p65">
            <a:extLst>
              <a:ext uri="{FF2B5EF4-FFF2-40B4-BE49-F238E27FC236}">
                <a16:creationId xmlns:a16="http://schemas.microsoft.com/office/drawing/2014/main" id="{BE89B794-86BD-63B2-53A5-A50D1D6BCA94}"/>
              </a:ext>
            </a:extLst>
          </p:cNvPr>
          <p:cNvGrpSpPr/>
          <p:nvPr/>
        </p:nvGrpSpPr>
        <p:grpSpPr>
          <a:xfrm rot="-230834">
            <a:off x="262018" y="1063686"/>
            <a:ext cx="1386005" cy="2705399"/>
            <a:chOff x="409722" y="228600"/>
            <a:chExt cx="1385931" cy="2705253"/>
          </a:xfrm>
        </p:grpSpPr>
        <p:grpSp>
          <p:nvGrpSpPr>
            <p:cNvPr id="1362" name="Google Shape;1362;p65">
              <a:extLst>
                <a:ext uri="{FF2B5EF4-FFF2-40B4-BE49-F238E27FC236}">
                  <a16:creationId xmlns:a16="http://schemas.microsoft.com/office/drawing/2014/main" id="{A5255AEA-F1B4-C70E-8A2F-74D72E9EE2D0}"/>
                </a:ext>
              </a:extLst>
            </p:cNvPr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363" name="Google Shape;1363;p65">
                <a:extLst>
                  <a:ext uri="{FF2B5EF4-FFF2-40B4-BE49-F238E27FC236}">
                    <a16:creationId xmlns:a16="http://schemas.microsoft.com/office/drawing/2014/main" id="{4B71A4CC-9D33-5E56-13D7-51955ABA5F65}"/>
                  </a:ext>
                </a:extLst>
              </p:cNvPr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65">
                <a:extLst>
                  <a:ext uri="{FF2B5EF4-FFF2-40B4-BE49-F238E27FC236}">
                    <a16:creationId xmlns:a16="http://schemas.microsoft.com/office/drawing/2014/main" id="{DB0C04B7-4CEC-8270-EF60-69A4827CC7AB}"/>
                  </a:ext>
                </a:extLst>
              </p:cNvPr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5" name="Google Shape;1365;p65">
              <a:extLst>
                <a:ext uri="{FF2B5EF4-FFF2-40B4-BE49-F238E27FC236}">
                  <a16:creationId xmlns:a16="http://schemas.microsoft.com/office/drawing/2014/main" id="{85140BCE-729D-9381-2C41-1225A2B77ABA}"/>
                </a:ext>
              </a:extLst>
            </p:cNvPr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6" name="Google Shape;1366;p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C305593-E232-2178-99ED-33D037CA102E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4F0EBAB-35AA-B297-C930-A2999A148B69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0744051"/>
      </p:ext>
    </p:extLst>
  </p:cSld>
  <p:clrMapOvr>
    <a:masterClrMapping/>
  </p:clrMapOvr>
  <p:transition spd="slow">
    <p:push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4D6058F5-602C-4290-EA2D-1669B1DF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DD4A-886F-1695-DE7E-F4B7497EA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D71C1-1E01-7AEF-A20E-83D17C662ED2}"/>
              </a:ext>
            </a:extLst>
          </p:cNvPr>
          <p:cNvSpPr txBox="1"/>
          <p:nvPr/>
        </p:nvSpPr>
        <p:spPr>
          <a:xfrm>
            <a:off x="702988" y="1292182"/>
            <a:ext cx="77380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sz="2000" dirty="0">
                <a:latin typeface="Didact Gothic" panose="00000500000000000000" pitchFamily="2" charset="0"/>
              </a:rPr>
              <a:t>Een taal </a:t>
            </a:r>
            <a:r>
              <a:rPr lang="nl-NL" sz="2000" b="1" dirty="0">
                <a:latin typeface="Didact Gothic" panose="00000500000000000000" pitchFamily="2" charset="0"/>
              </a:rPr>
              <a:t>L</a:t>
            </a:r>
            <a:r>
              <a:rPr lang="nl-NL" sz="2000" dirty="0">
                <a:latin typeface="Didact Gothic" panose="00000500000000000000" pitchFamily="2" charset="0"/>
              </a:rPr>
              <a:t> wordt geaccepteerd door een </a:t>
            </a:r>
            <a:r>
              <a:rPr lang="nl-NL" sz="2000" b="1" dirty="0">
                <a:latin typeface="Didact Gothic" panose="00000500000000000000" pitchFamily="2" charset="0"/>
              </a:rPr>
              <a:t>ϵ-NFA E</a:t>
            </a:r>
            <a:r>
              <a:rPr lang="nl-NL" sz="2000" dirty="0">
                <a:latin typeface="Didact Gothic" panose="00000500000000000000" pitchFamily="2" charset="0"/>
              </a:rPr>
              <a:t> </a:t>
            </a:r>
            <a:r>
              <a:rPr lang="nl-NL" sz="2000" u="sng" dirty="0">
                <a:latin typeface="Didact Gothic" panose="00000500000000000000" pitchFamily="2" charset="0"/>
              </a:rPr>
              <a:t>als en slechts als</a:t>
            </a:r>
            <a:r>
              <a:rPr lang="nl-NL" sz="2000" dirty="0">
                <a:latin typeface="Didact Gothic" panose="00000500000000000000" pitchFamily="2" charset="0"/>
              </a:rPr>
              <a:t> L wordt geaccepteerd door </a:t>
            </a:r>
            <a:r>
              <a:rPr lang="nl-NL" sz="2000" b="1" dirty="0">
                <a:latin typeface="Didact Gothic" panose="00000500000000000000" pitchFamily="2" charset="0"/>
              </a:rPr>
              <a:t>een DFA</a:t>
            </a:r>
            <a:r>
              <a:rPr lang="nl-NL" sz="2000" dirty="0">
                <a:latin typeface="Didact Gothic" panose="00000500000000000000" pitchFamily="2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0AA182-11BA-B10B-2F0C-E256FADB782D}"/>
                  </a:ext>
                </a:extLst>
              </p:cNvPr>
              <p:cNvSpPr txBox="1"/>
              <p:nvPr/>
            </p:nvSpPr>
            <p:spPr>
              <a:xfrm>
                <a:off x="702988" y="2217807"/>
                <a:ext cx="7738024" cy="2283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/>
                <a:r>
                  <a:rPr lang="nl-NL" sz="2000" dirty="0">
                    <a:latin typeface="Didact Gothic" panose="00000500000000000000" pitchFamily="2" charset="0"/>
                  </a:rPr>
                  <a:t>E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Q</m:t>
                        </m:r>
                      </m:e>
                      <m:sub>
                        <m:r>
                          <a:rPr lang="nl-NL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:r>
                  <a:rPr lang="el-GR" sz="2000" dirty="0">
                    <a:latin typeface="Didact Gothic" panose="00000500000000000000" pitchFamily="2" charset="0"/>
                  </a:rPr>
                  <a:t>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nl-NL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b="0" i="0" dirty="0" smtClean="0">
                            <a:latin typeface="Didact Gothic" panose="00000500000000000000" pitchFamily="2" charset="0"/>
                          </a:rPr>
                          <m:t>F</m:t>
                        </m:r>
                      </m:e>
                      <m:sub>
                        <m:r>
                          <a:rPr lang="nl-NL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)</a:t>
                </a:r>
                <a:endParaRPr lang="el-GR" sz="2000" dirty="0">
                  <a:latin typeface="Didact Gothic" panose="00000500000000000000" pitchFamily="2" charset="0"/>
                </a:endParaRPr>
              </a:p>
              <a:p>
                <a:pPr algn="ctr"/>
                <a:r>
                  <a:rPr lang="nl-NL" sz="2000" dirty="0" err="1">
                    <a:latin typeface="Didact Gothic" panose="00000500000000000000" pitchFamily="2" charset="0"/>
                  </a:rPr>
                  <a:t>Modified</a:t>
                </a:r>
                <a:r>
                  <a:rPr lang="nl-NL" sz="2000" dirty="0">
                    <a:latin typeface="Didact Gothic" panose="00000500000000000000" pitchFamily="2" charset="0"/>
                  </a:rPr>
                  <a:t>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SubSet</a:t>
                </a:r>
                <a:r>
                  <a:rPr lang="nl-NL" sz="2000" dirty="0">
                    <a:latin typeface="Didact Gothic" panose="00000500000000000000" pitchFamily="2" charset="0"/>
                  </a:rPr>
                  <a:t> Constructie toepassen</a:t>
                </a:r>
              </a:p>
              <a:p>
                <a:pPr algn="ctr"/>
                <a:endParaRPr lang="nl-NL" sz="2000" dirty="0">
                  <a:latin typeface="Didact Gothic" panose="00000500000000000000" pitchFamily="2" charset="0"/>
                </a:endParaRPr>
              </a:p>
              <a:p>
                <a:pPr algn="ctr"/>
                <a:r>
                  <a:rPr lang="el-GR" sz="2000" dirty="0">
                    <a:latin typeface="Didact Gothic" panose="00000500000000000000" pitchFamily="2" charset="0"/>
                  </a:rPr>
                  <a:t>D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Q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, 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F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)</a:t>
                </a:r>
                <a:endParaRPr lang="en-US" sz="2000" dirty="0">
                  <a:latin typeface="Didact Gothic" panose="00000500000000000000" pitchFamily="2" charset="0"/>
                </a:endParaRPr>
              </a:p>
              <a:p>
                <a:pPr algn="ctr"/>
                <a:endParaRPr lang="en-US" sz="2000" dirty="0">
                  <a:latin typeface="Didact Gothic" panose="00000500000000000000" pitchFamily="2" charset="0"/>
                </a:endParaRPr>
              </a:p>
              <a:p>
                <a:pPr algn="ctr"/>
                <a:r>
                  <a:rPr lang="en-US" sz="2000" dirty="0">
                    <a:latin typeface="Didact Gothic" panose="00000500000000000000" pitchFamily="2" charset="0"/>
                  </a:rPr>
                  <a:t>Tonen met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a:rPr lang="nl-NL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</a:t>
                </a:r>
                <a:endParaRPr lang="el-GR" sz="2000" b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0AA182-11BA-B10B-2F0C-E256FADB7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217807"/>
                <a:ext cx="7738024" cy="2283638"/>
              </a:xfrm>
              <a:prstGeom prst="rect">
                <a:avLst/>
              </a:prstGeom>
              <a:blipFill>
                <a:blip r:embed="rId3"/>
                <a:stretch>
                  <a:fillRect t="-1604" b="-374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935257"/>
      </p:ext>
    </p:extLst>
  </p:cSld>
  <p:clrMapOvr>
    <a:masterClrMapping/>
  </p:clrMapOvr>
  <p:transition spd="slow">
    <p:push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8ACD1CBC-25DF-5825-2311-8C970A9CD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12C5-5F61-3D49-1767-4586185E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E321E6-E91D-DC73-D605-39C82BFAF8DB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Didact Gothic" panose="00000500000000000000" pitchFamily="2" charset="0"/>
                  </a:rPr>
                  <a:t>Tonen met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a:rPr lang="nl-NL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</a:t>
                </a:r>
                <a:endParaRPr lang="el-GR" sz="2000" b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E321E6-E91D-DC73-D605-39C82BFA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blipFill>
                <a:blip r:embed="rId3"/>
                <a:stretch>
                  <a:fillRect t="-5000" b="-15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C7FA93-FE04-2B45-4ADC-231B17795556}"/>
                  </a:ext>
                </a:extLst>
              </p:cNvPr>
              <p:cNvSpPr txBox="1"/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Basis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 = ECLOSE(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a:rPr lang="nl-NL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</a:t>
                </a:r>
              </a:p>
              <a:p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 err="1">
                    <a:latin typeface="Didact Gothic" panose="00000500000000000000" pitchFamily="2" charset="0"/>
                  </a:rPr>
                  <a:t>Inductie</a:t>
                </a:r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IH: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       	 |x| = n</a:t>
                </a: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TB: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“w = xa”</a:t>
                </a:r>
                <a:r>
                  <a:rPr lang="en-US" sz="2000" dirty="0">
                    <a:latin typeface="Didact Gothic" panose="00000500000000000000" pitchFamily="2" charset="0"/>
                  </a:rPr>
                  <a:t>  |w| = n + 1</a:t>
                </a:r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C7FA93-FE04-2B45-4ADC-231B17795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blipFill>
                <a:blip r:embed="rId4"/>
                <a:stretch>
                  <a:fillRect l="-787" t="-1813" b="-483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793816"/>
      </p:ext>
    </p:extLst>
  </p:cSld>
  <p:clrMapOvr>
    <a:masterClrMapping/>
  </p:clrMapOvr>
  <p:transition spd="slow">
    <p:push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040C34F7-A06A-BD7A-987F-DBE22B48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52B2-287D-062E-D4BE-D53E2CD82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6E3D03-4434-244D-48EE-6550B64783E7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𝐸𝐶𝐿𝑂𝑆𝐸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6E3D03-4434-244D-48EE-6550B6478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527517"/>
              </a:xfrm>
              <a:prstGeom prst="rect">
                <a:avLst/>
              </a:prstGeom>
              <a:blipFill>
                <a:blip r:embed="rId3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CFB82B-2DAD-381F-911A-30E28BC95D1E}"/>
                  </a:ext>
                </a:extLst>
              </p:cNvPr>
              <p:cNvSpPr txBox="1"/>
              <p:nvPr/>
            </p:nvSpPr>
            <p:spPr>
              <a:xfrm>
                <a:off x="702988" y="1680107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IH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CFB82B-2DAD-381F-911A-30E28BC95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680107"/>
                <a:ext cx="7738024" cy="427809"/>
              </a:xfrm>
              <a:prstGeom prst="rect">
                <a:avLst/>
              </a:prstGeom>
              <a:blipFill>
                <a:blip r:embed="rId4"/>
                <a:stretch>
                  <a:fillRect l="-787" t="-7143" b="-2571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A338A1-5B0C-BAA5-2B4A-F495AA57D4FC}"/>
                  </a:ext>
                </a:extLst>
              </p:cNvPr>
              <p:cNvSpPr txBox="1"/>
              <p:nvPr/>
            </p:nvSpPr>
            <p:spPr>
              <a:xfrm>
                <a:off x="702988" y="2290605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𝐸𝐶𝐿𝑂𝑆𝐸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A338A1-5B0C-BAA5-2B4A-F495AA57D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290605"/>
                <a:ext cx="7738024" cy="527517"/>
              </a:xfrm>
              <a:prstGeom prst="rect">
                <a:avLst/>
              </a:prstGeom>
              <a:blipFill>
                <a:blip r:embed="rId5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6C295F-3EB4-A166-C04E-BCC7D2758A47}"/>
                  </a:ext>
                </a:extLst>
              </p:cNvPr>
              <p:cNvSpPr txBox="1"/>
              <p:nvPr/>
            </p:nvSpPr>
            <p:spPr>
              <a:xfrm>
                <a:off x="702988" y="2935001"/>
                <a:ext cx="7738024" cy="450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MSSC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(S, a)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S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))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accent3">
                      <a:lumMod val="50000"/>
                    </a:schemeClr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6C295F-3EB4-A166-C04E-BCC7D2758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935001"/>
                <a:ext cx="7738024" cy="450123"/>
              </a:xfrm>
              <a:prstGeom prst="rect">
                <a:avLst/>
              </a:prstGeom>
              <a:blipFill>
                <a:blip r:embed="rId6"/>
                <a:stretch>
                  <a:fillRect l="-787" t="-78378" b="-11621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967E18-2C0D-A23C-E2DE-DD1BDD59027E}"/>
                  </a:ext>
                </a:extLst>
              </p:cNvPr>
              <p:cNvSpPr txBox="1"/>
              <p:nvPr/>
            </p:nvSpPr>
            <p:spPr>
              <a:xfrm>
                <a:off x="702988" y="3473798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a)</a:t>
                </a:r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967E18-2C0D-A23C-E2DE-DD1BDD590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3473798"/>
                <a:ext cx="7738024" cy="427809"/>
              </a:xfrm>
              <a:prstGeom prst="rect">
                <a:avLst/>
              </a:prstGeom>
              <a:blipFill>
                <a:blip r:embed="rId7"/>
                <a:stretch>
                  <a:fillRect t="-7143" b="-2571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B7FAB5-9653-D33A-40F0-2107E8BF1F74}"/>
                  </a:ext>
                </a:extLst>
              </p:cNvPr>
              <p:cNvSpPr txBox="1"/>
              <p:nvPr/>
            </p:nvSpPr>
            <p:spPr>
              <a:xfrm>
                <a:off x="702988" y="3990281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</a:t>
                </a:r>
                <a:r>
                  <a:rPr lang="nl-NL" sz="2000" b="1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b="1" dirty="0" err="1"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b="1" i="0" dirty="0" smtClean="0"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B7FAB5-9653-D33A-40F0-2107E8BF1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3990281"/>
                <a:ext cx="7738024" cy="427809"/>
              </a:xfrm>
              <a:prstGeom prst="rect">
                <a:avLst/>
              </a:prstGeom>
              <a:blipFill>
                <a:blip r:embed="rId8"/>
                <a:stretch>
                  <a:fillRect t="-7143" b="-2571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151283"/>
      </p:ext>
    </p:extLst>
  </p:cSld>
  <p:clrMapOvr>
    <a:masterClrMapping/>
  </p:clrMapOvr>
  <p:transition spd="slow">
    <p:push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2B992477-E597-947E-A4D3-CEF1A09B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CB2A-9E08-E694-6F22-B4E500E5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1BBC68-002D-7576-A90B-AAED9726F350}"/>
                  </a:ext>
                </a:extLst>
              </p:cNvPr>
              <p:cNvSpPr txBox="1"/>
              <p:nvPr/>
            </p:nvSpPr>
            <p:spPr>
              <a:xfrm>
                <a:off x="702988" y="1202683"/>
                <a:ext cx="7738024" cy="496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400" b="1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400" b="1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b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b="1" i="1" dirty="0" smtClean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b="1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4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w</a:t>
                </a:r>
                <a:r>
                  <a:rPr lang="en-US" sz="24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400" b="1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400" b="1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b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4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400" b="1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m:rPr>
                        <m:nor/>
                      </m:rPr>
                      <a:rPr lang="en-US" sz="24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w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chemeClr val="accent6">
                      <a:lumMod val="10000"/>
                    </a:schemeClr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1BBC68-002D-7576-A90B-AAED9726F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202683"/>
                <a:ext cx="7738024" cy="496354"/>
              </a:xfrm>
              <a:prstGeom prst="rect">
                <a:avLst/>
              </a:prstGeom>
              <a:blipFill>
                <a:blip r:embed="rId3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79D537-2C9C-EF70-6812-F419DE57D57E}"/>
                  </a:ext>
                </a:extLst>
              </p:cNvPr>
              <p:cNvSpPr txBox="1"/>
              <p:nvPr/>
            </p:nvSpPr>
            <p:spPr>
              <a:xfrm>
                <a:off x="702988" y="2005684"/>
                <a:ext cx="7738024" cy="2357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w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L(D)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w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F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	(def)</a:t>
                </a:r>
              </a:p>
              <a:p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w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F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∅        (</a:t>
                </a:r>
                <a:r>
                  <a:rPr lang="en-US" sz="2000" dirty="0" err="1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mssc</a:t>
                </a:r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)</a:t>
                </a:r>
              </a:p>
              <a:p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) 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F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∅</a:t>
                </a:r>
              </a:p>
              <a:p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F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 </m:t>
                    </m:r>
                  </m:oMath>
                </a14:m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w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L(E)		</a:t>
                </a:r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(def)</a:t>
                </a:r>
              </a:p>
              <a:p>
                <a:endParaRPr lang="en-US" sz="2000" b="1" dirty="0">
                  <a:solidFill>
                    <a:schemeClr val="accent6">
                      <a:lumMod val="10000"/>
                    </a:schemeClr>
                  </a:solidFill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solidFill>
                      <a:srgbClr val="0070C0"/>
                    </a:solidFill>
                    <a:latin typeface="Didact Gothic" panose="00000500000000000000" pitchFamily="2" charset="0"/>
                  </a:rPr>
                  <a:t>L(D) = L(E)</a:t>
                </a:r>
                <a:endParaRPr lang="en-US" sz="2000" dirty="0">
                  <a:solidFill>
                    <a:srgbClr val="0070C0"/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79D537-2C9C-EF70-6812-F419DE57D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005684"/>
                <a:ext cx="7738024" cy="2357568"/>
              </a:xfrm>
              <a:prstGeom prst="rect">
                <a:avLst/>
              </a:prstGeom>
              <a:blipFill>
                <a:blip r:embed="rId4"/>
                <a:stretch>
                  <a:fillRect l="-787" t="-1292" b="-3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5590958"/>
      </p:ext>
    </p:extLst>
  </p:cSld>
  <p:clrMapOvr>
    <a:masterClrMapping/>
  </p:clrMapOvr>
  <p:transition spd="slow">
    <p:push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A1EAAB94-17F6-F2F1-04B8-6C1EEBDD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222C-E751-09C3-35BA-F96273AF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/>
              <a:t>Het Antwoord op de 8 </a:t>
            </a:r>
            <a:r>
              <a:rPr lang="en-US" dirty="0" err="1"/>
              <a:t>Vragen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3E17D-8E7A-9E49-F4F6-DC374D3EBDA3}"/>
              </a:ext>
            </a:extLst>
          </p:cNvPr>
          <p:cNvSpPr txBox="1"/>
          <p:nvPr/>
        </p:nvSpPr>
        <p:spPr>
          <a:xfrm>
            <a:off x="702988" y="1202683"/>
            <a:ext cx="77380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Welk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theorema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bewijs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je?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Wat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bewijs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je per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inductie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Waarop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pas je de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inductie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toe?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Wat is het basis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geval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IH, wat is de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inductiehypothese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?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M.a.w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.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welke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veronderstelling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ga je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gebruiken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om het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inductiegeval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te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bewijzen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Wat is het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inductiegeval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Waar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gebruik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je de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inductiehypothese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?</a:t>
            </a:r>
          </a:p>
          <a:p>
            <a:pPr marL="457200" indent="-457200">
              <a:buAutoNum type="arabicPeriod"/>
            </a:pP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Waarom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mag je de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inductiehypothese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hier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gebruiken</a:t>
            </a: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Didact Gothic" panose="000005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85196951"/>
      </p:ext>
    </p:extLst>
  </p:cSld>
  <p:clrMapOvr>
    <a:masterClrMapping/>
  </p:clrMapOvr>
  <p:transition spd="slow">
    <p:push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831801BB-F05A-8320-695F-DCC39641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261D-0F40-AD8B-F9E8-01365ADD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11E50-9E99-6A07-6AB9-CD1FBB6BEA88}"/>
              </a:ext>
            </a:extLst>
          </p:cNvPr>
          <p:cNvSpPr txBox="1"/>
          <p:nvPr/>
        </p:nvSpPr>
        <p:spPr>
          <a:xfrm>
            <a:off x="702988" y="1292182"/>
            <a:ext cx="77380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sz="2000" dirty="0">
                <a:latin typeface="Didact Gothic" panose="00000500000000000000" pitchFamily="2" charset="0"/>
              </a:rPr>
              <a:t>Een taal </a:t>
            </a:r>
            <a:r>
              <a:rPr lang="nl-NL" sz="2000" b="1" dirty="0">
                <a:latin typeface="Didact Gothic" panose="00000500000000000000" pitchFamily="2" charset="0"/>
              </a:rPr>
              <a:t>L</a:t>
            </a:r>
            <a:r>
              <a:rPr lang="nl-NL" sz="2000" dirty="0">
                <a:latin typeface="Didact Gothic" panose="00000500000000000000" pitchFamily="2" charset="0"/>
              </a:rPr>
              <a:t> wordt geaccepteerd door een </a:t>
            </a:r>
            <a:r>
              <a:rPr lang="nl-NL" sz="2000" b="1" dirty="0">
                <a:latin typeface="Didact Gothic" panose="00000500000000000000" pitchFamily="2" charset="0"/>
              </a:rPr>
              <a:t>ϵ-NFA E</a:t>
            </a:r>
            <a:r>
              <a:rPr lang="nl-NL" sz="2000" dirty="0">
                <a:latin typeface="Didact Gothic" panose="00000500000000000000" pitchFamily="2" charset="0"/>
              </a:rPr>
              <a:t> </a:t>
            </a:r>
            <a:r>
              <a:rPr lang="nl-NL" sz="2000" u="sng" dirty="0">
                <a:latin typeface="Didact Gothic" panose="00000500000000000000" pitchFamily="2" charset="0"/>
              </a:rPr>
              <a:t>als en slechts als</a:t>
            </a:r>
            <a:r>
              <a:rPr lang="nl-NL" sz="2000" dirty="0">
                <a:latin typeface="Didact Gothic" panose="00000500000000000000" pitchFamily="2" charset="0"/>
              </a:rPr>
              <a:t> L wordt geaccepteerd door </a:t>
            </a:r>
            <a:r>
              <a:rPr lang="nl-NL" sz="2000" b="1" dirty="0">
                <a:latin typeface="Didact Gothic" panose="00000500000000000000" pitchFamily="2" charset="0"/>
              </a:rPr>
              <a:t>een DFA</a:t>
            </a:r>
            <a:r>
              <a:rPr lang="nl-NL" sz="2000" dirty="0">
                <a:latin typeface="Didact Gothic" panose="00000500000000000000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B5A2D-C644-8383-2C84-741DE1011709}"/>
                  </a:ext>
                </a:extLst>
              </p:cNvPr>
              <p:cNvSpPr txBox="1"/>
              <p:nvPr/>
            </p:nvSpPr>
            <p:spPr>
              <a:xfrm>
                <a:off x="702988" y="2217807"/>
                <a:ext cx="7738024" cy="2283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/>
                <a:r>
                  <a:rPr lang="nl-NL" sz="2000" dirty="0">
                    <a:latin typeface="Didact Gothic" panose="00000500000000000000" pitchFamily="2" charset="0"/>
                  </a:rPr>
                  <a:t>E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Q</m:t>
                        </m:r>
                      </m:e>
                      <m:sub>
                        <m:r>
                          <a:rPr lang="nl-NL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:r>
                  <a:rPr lang="el-GR" sz="2000" dirty="0">
                    <a:latin typeface="Didact Gothic" panose="00000500000000000000" pitchFamily="2" charset="0"/>
                  </a:rPr>
                  <a:t>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nl-NL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b="0" i="0" dirty="0" smtClean="0">
                            <a:latin typeface="Didact Gothic" panose="00000500000000000000" pitchFamily="2" charset="0"/>
                          </a:rPr>
                          <m:t>F</m:t>
                        </m:r>
                      </m:e>
                      <m:sub>
                        <m:r>
                          <a:rPr lang="nl-NL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)</a:t>
                </a:r>
                <a:endParaRPr lang="el-GR" sz="2000" dirty="0">
                  <a:latin typeface="Didact Gothic" panose="00000500000000000000" pitchFamily="2" charset="0"/>
                </a:endParaRPr>
              </a:p>
              <a:p>
                <a:pPr algn="ctr"/>
                <a:r>
                  <a:rPr lang="nl-NL" sz="2000" dirty="0" err="1">
                    <a:latin typeface="Didact Gothic" panose="00000500000000000000" pitchFamily="2" charset="0"/>
                  </a:rPr>
                  <a:t>Modified</a:t>
                </a:r>
                <a:r>
                  <a:rPr lang="nl-NL" sz="2000" dirty="0">
                    <a:latin typeface="Didact Gothic" panose="00000500000000000000" pitchFamily="2" charset="0"/>
                  </a:rPr>
                  <a:t>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SubSet</a:t>
                </a:r>
                <a:r>
                  <a:rPr lang="nl-NL" sz="2000" dirty="0">
                    <a:latin typeface="Didact Gothic" panose="00000500000000000000" pitchFamily="2" charset="0"/>
                  </a:rPr>
                  <a:t> Constructie toepassen</a:t>
                </a:r>
              </a:p>
              <a:p>
                <a:pPr algn="ctr"/>
                <a:endParaRPr lang="nl-NL" sz="2000" dirty="0">
                  <a:latin typeface="Didact Gothic" panose="00000500000000000000" pitchFamily="2" charset="0"/>
                </a:endParaRPr>
              </a:p>
              <a:p>
                <a:pPr algn="ctr"/>
                <a:r>
                  <a:rPr lang="el-GR" sz="2000" dirty="0">
                    <a:latin typeface="Didact Gothic" panose="00000500000000000000" pitchFamily="2" charset="0"/>
                  </a:rPr>
                  <a:t>D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Q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, 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F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)</a:t>
                </a:r>
                <a:endParaRPr lang="en-US" sz="2000" dirty="0">
                  <a:latin typeface="Didact Gothic" panose="00000500000000000000" pitchFamily="2" charset="0"/>
                </a:endParaRPr>
              </a:p>
              <a:p>
                <a:pPr algn="ctr"/>
                <a:endParaRPr lang="en-US" sz="2000" dirty="0">
                  <a:latin typeface="Didact Gothic" panose="00000500000000000000" pitchFamily="2" charset="0"/>
                </a:endParaRPr>
              </a:p>
              <a:p>
                <a:pPr algn="ctr"/>
                <a:r>
                  <a:rPr lang="en-US" sz="2000" dirty="0">
                    <a:latin typeface="Didact Gothic" panose="00000500000000000000" pitchFamily="2" charset="0"/>
                  </a:rPr>
                  <a:t>Tonen met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a:rPr lang="nl-NL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</a:t>
                </a:r>
                <a:endParaRPr lang="el-GR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B5A2D-C644-8383-2C84-741DE1011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217807"/>
                <a:ext cx="7738024" cy="2283638"/>
              </a:xfrm>
              <a:prstGeom prst="rect">
                <a:avLst/>
              </a:prstGeom>
              <a:blipFill>
                <a:blip r:embed="rId3"/>
                <a:stretch>
                  <a:fillRect t="-1604" b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94BA270-BA56-216A-F049-F1193F8D4943}"/>
              </a:ext>
            </a:extLst>
          </p:cNvPr>
          <p:cNvSpPr txBox="1"/>
          <p:nvPr/>
        </p:nvSpPr>
        <p:spPr>
          <a:xfrm>
            <a:off x="4441372" y="2563586"/>
            <a:ext cx="39996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1. Welk </a:t>
            </a:r>
            <a:r>
              <a:rPr lang="en-US" sz="2400" b="1" dirty="0" err="1">
                <a:solidFill>
                  <a:schemeClr val="accent3"/>
                </a:solidFill>
                <a:latin typeface="Didact Gothic" panose="00000500000000000000" pitchFamily="2" charset="0"/>
              </a:rPr>
              <a:t>theorema</a:t>
            </a: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accent3"/>
                </a:solidFill>
                <a:latin typeface="Didact Gothic" panose="00000500000000000000" pitchFamily="2" charset="0"/>
              </a:rPr>
              <a:t>bewijs</a:t>
            </a: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 je?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E2683F-473C-D567-7BFB-FAE94C95B6C3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6041571" y="2000068"/>
            <a:ext cx="399621" cy="563518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95087"/>
      </p:ext>
    </p:extLst>
  </p:cSld>
  <p:clrMapOvr>
    <a:masterClrMapping/>
  </p:clrMapOvr>
  <p:transition spd="slow">
    <p:push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104D36CA-55AF-69A5-B3C5-0C90098F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9564-C589-FBFE-2FF2-AB860372A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D7845-4398-D9D5-D56B-317760CDA253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Didact Gothic" panose="00000500000000000000" pitchFamily="2" charset="0"/>
                  </a:rPr>
                  <a:t>Tonen met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a:rPr lang="nl-NL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</a:t>
                </a:r>
                <a:endParaRPr lang="el-GR" sz="2000" b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E321E6-E91D-DC73-D605-39C82BFA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blipFill>
                <a:blip r:embed="rId3"/>
                <a:stretch>
                  <a:fillRect t="-5000" b="-15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E54E84-B931-5E92-A91A-F104D3F092C2}"/>
                  </a:ext>
                </a:extLst>
              </p:cNvPr>
              <p:cNvSpPr txBox="1"/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Basis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 = ECLOSE(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a:rPr lang="nl-NL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</a:t>
                </a:r>
              </a:p>
              <a:p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 err="1">
                    <a:latin typeface="Didact Gothic" panose="00000500000000000000" pitchFamily="2" charset="0"/>
                  </a:rPr>
                  <a:t>Inductie</a:t>
                </a:r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IH: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       	 |x| = n</a:t>
                </a: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TB: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“w = xa”</a:t>
                </a:r>
                <a:r>
                  <a:rPr lang="en-US" sz="2000" dirty="0">
                    <a:latin typeface="Didact Gothic" panose="00000500000000000000" pitchFamily="2" charset="0"/>
                  </a:rPr>
                  <a:t>  |w| = n + 1</a:t>
                </a:r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C7FA93-FE04-2B45-4ADC-231B17795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blipFill>
                <a:blip r:embed="rId4"/>
                <a:stretch>
                  <a:fillRect l="-787" t="-1813" b="-483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530F146-1B4A-0A0E-20A5-7347CA18A220}"/>
              </a:ext>
            </a:extLst>
          </p:cNvPr>
          <p:cNvSpPr txBox="1"/>
          <p:nvPr/>
        </p:nvSpPr>
        <p:spPr>
          <a:xfrm>
            <a:off x="4032070" y="2571750"/>
            <a:ext cx="39996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2.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Wat bewijs je per inductie?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85766E-1822-3AAA-6F83-D5D76D1FA94D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5368834" y="1763088"/>
            <a:ext cx="663056" cy="80866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87018"/>
      </p:ext>
    </p:extLst>
  </p:cSld>
  <p:clrMapOvr>
    <a:masterClrMapping/>
  </p:clrMapOvr>
  <p:transition spd="slow">
    <p:push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C936C772-1E24-086C-44CE-462AF379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5A23-7CA0-13CD-E0EC-41EF7FC4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4E3743-43D4-C262-C458-DDA3EBCC5BAC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Didact Gothic" panose="00000500000000000000" pitchFamily="2" charset="0"/>
                  </a:rPr>
                  <a:t>Tonen met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a:rPr lang="nl-NL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</a:t>
                </a:r>
                <a:endParaRPr lang="el-GR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4E3743-43D4-C262-C458-DDA3EBCC5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blipFill>
                <a:blip r:embed="rId3"/>
                <a:stretch>
                  <a:fillRect t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423A71-75DB-1153-1C6F-7CD199259C7D}"/>
                  </a:ext>
                </a:extLst>
              </p:cNvPr>
              <p:cNvSpPr txBox="1"/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Basis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 = ECLOSE(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a:rPr lang="nl-NL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</a:t>
                </a:r>
              </a:p>
              <a:p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 err="1">
                    <a:latin typeface="Didact Gothic" panose="00000500000000000000" pitchFamily="2" charset="0"/>
                  </a:rPr>
                  <a:t>Inductie</a:t>
                </a:r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IH: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       	 |x| = n</a:t>
                </a: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TB: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“w = xa”</a:t>
                </a:r>
                <a:r>
                  <a:rPr lang="en-US" sz="2000" dirty="0">
                    <a:latin typeface="Didact Gothic" panose="00000500000000000000" pitchFamily="2" charset="0"/>
                  </a:rPr>
                  <a:t>  |w| = n + 1</a:t>
                </a:r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423A71-75DB-1153-1C6F-7CD199259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blipFill>
                <a:blip r:embed="rId4"/>
                <a:stretch>
                  <a:fillRect l="-787" t="-1813" b="-4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409B1F4-3799-FD9F-B689-10BCBC5A090C}"/>
              </a:ext>
            </a:extLst>
          </p:cNvPr>
          <p:cNvSpPr txBox="1"/>
          <p:nvPr/>
        </p:nvSpPr>
        <p:spPr>
          <a:xfrm>
            <a:off x="4441372" y="2110295"/>
            <a:ext cx="399964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3.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Waarop pas je de inductie toe?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82D319-03FF-0004-8B1D-900330F2D0CE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918166" y="2941292"/>
            <a:ext cx="1523026" cy="55302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936992"/>
      </p:ext>
    </p:extLst>
  </p:cSld>
  <p:clrMapOvr>
    <a:masterClrMapping/>
  </p:clrMapOvr>
  <p:transition spd="slow">
    <p:push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E86BF0F3-6B72-02E2-9440-3200CE07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5F36-0CF2-86C6-025A-B1E8C5B7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1B4075-E36F-FCF0-B63E-9F523EA91270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Didact Gothic" panose="00000500000000000000" pitchFamily="2" charset="0"/>
                  </a:rPr>
                  <a:t>Tonen met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a:rPr lang="nl-NL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</a:t>
                </a:r>
                <a:endParaRPr lang="el-GR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1B4075-E36F-FCF0-B63E-9F523EA91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blipFill>
                <a:blip r:embed="rId3"/>
                <a:stretch>
                  <a:fillRect t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884EB8-6FB6-30EA-11CA-0A6F376D6F48}"/>
                  </a:ext>
                </a:extLst>
              </p:cNvPr>
              <p:cNvSpPr txBox="1"/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Basis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 = ECLOSE(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a:rPr lang="nl-NL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</a:t>
                </a:r>
              </a:p>
              <a:p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 err="1">
                    <a:latin typeface="Didact Gothic" panose="00000500000000000000" pitchFamily="2" charset="0"/>
                  </a:rPr>
                  <a:t>Inductie</a:t>
                </a:r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IH: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       	 |x| = n</a:t>
                </a: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TB: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“w = xa”</a:t>
                </a:r>
                <a:r>
                  <a:rPr lang="en-US" sz="2000" dirty="0">
                    <a:latin typeface="Didact Gothic" panose="00000500000000000000" pitchFamily="2" charset="0"/>
                  </a:rPr>
                  <a:t>  |w| = n + 1</a:t>
                </a:r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884EB8-6FB6-30EA-11CA-0A6F376D6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blipFill>
                <a:blip r:embed="rId4"/>
                <a:stretch>
                  <a:fillRect l="-787" t="-1813" b="-4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A16B9DE-02E6-6F31-8C5D-4227B105DB81}"/>
              </a:ext>
            </a:extLst>
          </p:cNvPr>
          <p:cNvSpPr txBox="1"/>
          <p:nvPr/>
        </p:nvSpPr>
        <p:spPr>
          <a:xfrm>
            <a:off x="4683035" y="1900689"/>
            <a:ext cx="39996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4.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Wat is het basis geval?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34E311-2B20-0044-BD3F-2293CABC94F1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865914" y="2362354"/>
            <a:ext cx="1816941" cy="324566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039196"/>
      </p:ext>
    </p:extLst>
  </p:cSld>
  <p:clrMapOvr>
    <a:masterClrMapping/>
  </p:clrMapOvr>
  <p:transition spd="slow">
    <p:push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3E3BD74F-DB7B-BD77-CA2A-7FC0884A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CEB0-3D06-2536-09EF-C509F4D8C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A06B6D-87D2-1B18-929A-6508D50F7778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Didact Gothic" panose="00000500000000000000" pitchFamily="2" charset="0"/>
                  </a:rPr>
                  <a:t>Tonen met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a:rPr lang="nl-NL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</a:t>
                </a:r>
                <a:endParaRPr lang="el-GR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A06B6D-87D2-1B18-929A-6508D50F7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blipFill>
                <a:blip r:embed="rId3"/>
                <a:stretch>
                  <a:fillRect t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C5B762-FD9B-7604-0DA5-04B346326412}"/>
                  </a:ext>
                </a:extLst>
              </p:cNvPr>
              <p:cNvSpPr txBox="1"/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Basis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 = ECLOSE(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a:rPr lang="nl-NL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</a:t>
                </a:r>
              </a:p>
              <a:p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 err="1">
                    <a:latin typeface="Didact Gothic" panose="00000500000000000000" pitchFamily="2" charset="0"/>
                  </a:rPr>
                  <a:t>Inductie</a:t>
                </a:r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IH: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       	 |x| = n</a:t>
                </a: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TB: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“w = xa”</a:t>
                </a:r>
                <a:r>
                  <a:rPr lang="en-US" sz="2000" dirty="0">
                    <a:latin typeface="Didact Gothic" panose="00000500000000000000" pitchFamily="2" charset="0"/>
                  </a:rPr>
                  <a:t>  |w| = n + 1</a:t>
                </a:r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C5B762-FD9B-7604-0DA5-04B346326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blipFill>
                <a:blip r:embed="rId4"/>
                <a:stretch>
                  <a:fillRect l="-787" t="-1813" b="-4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1D3BD07-7CEE-F4D3-24A0-BA7F3C94D43A}"/>
              </a:ext>
            </a:extLst>
          </p:cNvPr>
          <p:cNvSpPr txBox="1"/>
          <p:nvPr/>
        </p:nvSpPr>
        <p:spPr>
          <a:xfrm>
            <a:off x="3990703" y="1900689"/>
            <a:ext cx="469197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5.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IH, wat is de inductiehypothese? 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68A19C-776A-C52A-43C0-E110027C0271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226526" y="2362354"/>
            <a:ext cx="3110163" cy="1171149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567801"/>
      </p:ext>
    </p:extLst>
  </p:cSld>
  <p:clrMapOvr>
    <a:masterClrMapping/>
  </p:clrMapOvr>
  <p:transition spd="slow">
    <p:push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4F519BC5-12CC-3BCF-4D88-20D6C141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812B4-AA77-5630-2BCE-662EBF5A7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E1DE8E-C867-F41F-CF3C-E6EE4E04AE73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latin typeface="Didact Gothic" panose="00000500000000000000" pitchFamily="2" charset="0"/>
                  </a:rPr>
                  <a:t>Tonen met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a:rPr lang="nl-NL" sz="2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w)</a:t>
                </a:r>
                <a:endParaRPr lang="el-GR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E1DE8E-C867-F41F-CF3C-E6EE4E04A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736868"/>
              </a:xfrm>
              <a:prstGeom prst="rect">
                <a:avLst/>
              </a:prstGeom>
              <a:blipFill>
                <a:blip r:embed="rId3"/>
                <a:stretch>
                  <a:fillRect t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01CE5A-F751-F503-5968-63DE25C2578F}"/>
                  </a:ext>
                </a:extLst>
              </p:cNvPr>
              <p:cNvSpPr txBox="1"/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Basis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 = ECLOSE(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a:rPr lang="nl-NL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</a:t>
                </a:r>
              </a:p>
              <a:p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 err="1">
                    <a:latin typeface="Didact Gothic" panose="00000500000000000000" pitchFamily="2" charset="0"/>
                  </a:rPr>
                  <a:t>Inductie</a:t>
                </a:r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IH: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       	 |x| = n</a:t>
                </a: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TB: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   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“w = xa”</a:t>
                </a:r>
                <a:r>
                  <a:rPr lang="en-US" sz="2000" dirty="0">
                    <a:latin typeface="Didact Gothic" panose="00000500000000000000" pitchFamily="2" charset="0"/>
                  </a:rPr>
                  <a:t>  |w| = n + 1</a:t>
                </a:r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01CE5A-F751-F503-5968-63DE25C25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blipFill>
                <a:blip r:embed="rId4"/>
                <a:stretch>
                  <a:fillRect l="-787" t="-1813" b="-4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53DF770-8369-6257-DBBB-1996F3CC3A33}"/>
              </a:ext>
            </a:extLst>
          </p:cNvPr>
          <p:cNvSpPr txBox="1"/>
          <p:nvPr/>
        </p:nvSpPr>
        <p:spPr>
          <a:xfrm>
            <a:off x="3990703" y="1900689"/>
            <a:ext cx="469197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6.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Wat is het inductiegeval?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8A7B4F-00D6-2B11-17A2-DD12D7B8DBD1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331029" y="2362354"/>
            <a:ext cx="3005660" cy="146506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427860"/>
      </p:ext>
    </p:extLst>
  </p:cSld>
  <p:clrMapOvr>
    <a:masterClrMapping/>
  </p:clrMapOvr>
  <p:transition spd="slow">
    <p:push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597F9716-FEA8-3D54-BDA4-80A64C99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3-CE2C-2D5A-3DA2-D1AE2900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8F0940-DD37-03BB-8432-D7CC775A9903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𝐸𝐶𝐿𝑂𝑆𝐸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8F0940-DD37-03BB-8432-D7CC775A9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527517"/>
              </a:xfrm>
              <a:prstGeom prst="rect">
                <a:avLst/>
              </a:prstGeom>
              <a:blipFill>
                <a:blip r:embed="rId3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E88D70-F34A-6AA7-6F13-F5ECF100BAA6}"/>
                  </a:ext>
                </a:extLst>
              </p:cNvPr>
              <p:cNvSpPr txBox="1"/>
              <p:nvPr/>
            </p:nvSpPr>
            <p:spPr>
              <a:xfrm>
                <a:off x="702988" y="1680107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IH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E88D70-F34A-6AA7-6F13-F5ECF100B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680107"/>
                <a:ext cx="7738024" cy="427809"/>
              </a:xfrm>
              <a:prstGeom prst="rect">
                <a:avLst/>
              </a:prstGeom>
              <a:blipFill>
                <a:blip r:embed="rId4"/>
                <a:stretch>
                  <a:fillRect l="-787" t="-7143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B50363-400A-47BE-7E99-11F276302C50}"/>
                  </a:ext>
                </a:extLst>
              </p:cNvPr>
              <p:cNvSpPr txBox="1"/>
              <p:nvPr/>
            </p:nvSpPr>
            <p:spPr>
              <a:xfrm>
                <a:off x="702988" y="2290605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𝐸𝐶𝐿𝑂𝑆𝐸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B50363-400A-47BE-7E99-11F27630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290605"/>
                <a:ext cx="7738024" cy="527517"/>
              </a:xfrm>
              <a:prstGeom prst="rect">
                <a:avLst/>
              </a:prstGeom>
              <a:blipFill>
                <a:blip r:embed="rId5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2E0258-2C91-C804-5520-92636ECA092C}"/>
                  </a:ext>
                </a:extLst>
              </p:cNvPr>
              <p:cNvSpPr txBox="1"/>
              <p:nvPr/>
            </p:nvSpPr>
            <p:spPr>
              <a:xfrm>
                <a:off x="702988" y="2935001"/>
                <a:ext cx="7738024" cy="450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MSSC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(S, a)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S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))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accent3">
                      <a:lumMod val="50000"/>
                    </a:schemeClr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2E0258-2C91-C804-5520-92636ECA0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935001"/>
                <a:ext cx="7738024" cy="450123"/>
              </a:xfrm>
              <a:prstGeom prst="rect">
                <a:avLst/>
              </a:prstGeom>
              <a:blipFill>
                <a:blip r:embed="rId6"/>
                <a:stretch>
                  <a:fillRect l="-787" t="-78378" b="-1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B72759-A961-1B66-F376-364CAA9E83B8}"/>
                  </a:ext>
                </a:extLst>
              </p:cNvPr>
              <p:cNvSpPr txBox="1"/>
              <p:nvPr/>
            </p:nvSpPr>
            <p:spPr>
              <a:xfrm>
                <a:off x="702988" y="3473798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a)</a:t>
                </a:r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B72759-A961-1B66-F376-364CAA9E8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3473798"/>
                <a:ext cx="7738024" cy="427809"/>
              </a:xfrm>
              <a:prstGeom prst="rect">
                <a:avLst/>
              </a:prstGeom>
              <a:blipFill>
                <a:blip r:embed="rId7"/>
                <a:stretch>
                  <a:fillRect t="-7143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F5E294-5EDC-6AE1-D1EB-6F5404CE1677}"/>
                  </a:ext>
                </a:extLst>
              </p:cNvPr>
              <p:cNvSpPr txBox="1"/>
              <p:nvPr/>
            </p:nvSpPr>
            <p:spPr>
              <a:xfrm>
                <a:off x="702988" y="3990281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</a:t>
                </a:r>
                <a:r>
                  <a:rPr lang="nl-NL" sz="2000" b="1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b="1" dirty="0" err="1"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b="1" i="0" dirty="0" smtClean="0"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F5E294-5EDC-6AE1-D1EB-6F5404CE1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3990281"/>
                <a:ext cx="7738024" cy="427809"/>
              </a:xfrm>
              <a:prstGeom prst="rect">
                <a:avLst/>
              </a:prstGeom>
              <a:blipFill>
                <a:blip r:embed="rId8"/>
                <a:stretch>
                  <a:fillRect t="-7143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1BFA5F-919B-5CE3-B1F3-AE404E66192C}"/>
              </a:ext>
            </a:extLst>
          </p:cNvPr>
          <p:cNvSpPr txBox="1"/>
          <p:nvPr/>
        </p:nvSpPr>
        <p:spPr>
          <a:xfrm>
            <a:off x="4722223" y="1532255"/>
            <a:ext cx="302939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7.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Waar gebruik je de inductiehypothese?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532683-8DE6-B9F0-410C-18347A5CB98F}"/>
              </a:ext>
            </a:extLst>
          </p:cNvPr>
          <p:cNvCxnSpPr>
            <a:cxnSpLocks/>
          </p:cNvCxnSpPr>
          <p:nvPr/>
        </p:nvCxnSpPr>
        <p:spPr>
          <a:xfrm flipH="1" flipV="1">
            <a:off x="3317966" y="1515956"/>
            <a:ext cx="1404257" cy="48422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24316"/>
      </p:ext>
    </p:extLst>
  </p:cSld>
  <p:clrMapOvr>
    <a:masterClrMapping/>
  </p:clrMapOvr>
  <p:transition spd="slow">
    <p:push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578C5AF4-9CAA-FF57-D37E-85B613D6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32235-D21A-4FD1-6489-2365EFDA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025442-7368-739C-801E-D2E5729A9F8D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𝐸𝐶𝐿𝑂𝑆𝐸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025442-7368-739C-801E-D2E5729A9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527517"/>
              </a:xfrm>
              <a:prstGeom prst="rect">
                <a:avLst/>
              </a:prstGeom>
              <a:blipFill>
                <a:blip r:embed="rId3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7E9CF3-1C92-2536-AE6C-7BBBB06345CB}"/>
                  </a:ext>
                </a:extLst>
              </p:cNvPr>
              <p:cNvSpPr txBox="1"/>
              <p:nvPr/>
            </p:nvSpPr>
            <p:spPr>
              <a:xfrm>
                <a:off x="702988" y="1680107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IH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7E9CF3-1C92-2536-AE6C-7BBBB0634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680107"/>
                <a:ext cx="7738024" cy="427809"/>
              </a:xfrm>
              <a:prstGeom prst="rect">
                <a:avLst/>
              </a:prstGeom>
              <a:blipFill>
                <a:blip r:embed="rId4"/>
                <a:stretch>
                  <a:fillRect l="-787" t="-7143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377DB4-7FFE-D70B-C880-55EC2A39DF0B}"/>
                  </a:ext>
                </a:extLst>
              </p:cNvPr>
              <p:cNvSpPr txBox="1"/>
              <p:nvPr/>
            </p:nvSpPr>
            <p:spPr>
              <a:xfrm>
                <a:off x="702988" y="2290605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𝐸𝐶𝐿𝑂𝑆𝐸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377DB4-7FFE-D70B-C880-55EC2A39D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290605"/>
                <a:ext cx="7738024" cy="527517"/>
              </a:xfrm>
              <a:prstGeom prst="rect">
                <a:avLst/>
              </a:prstGeom>
              <a:blipFill>
                <a:blip r:embed="rId5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E8BBE9-B646-5953-646D-AE15A1FCBA37}"/>
                  </a:ext>
                </a:extLst>
              </p:cNvPr>
              <p:cNvSpPr txBox="1"/>
              <p:nvPr/>
            </p:nvSpPr>
            <p:spPr>
              <a:xfrm>
                <a:off x="702988" y="2935001"/>
                <a:ext cx="7738024" cy="450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MSSC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(S, a)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S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ECLOSE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))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accent3">
                      <a:lumMod val="50000"/>
                    </a:schemeClr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E8BBE9-B646-5953-646D-AE15A1FCB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935001"/>
                <a:ext cx="7738024" cy="450123"/>
              </a:xfrm>
              <a:prstGeom prst="rect">
                <a:avLst/>
              </a:prstGeom>
              <a:blipFill>
                <a:blip r:embed="rId6"/>
                <a:stretch>
                  <a:fillRect l="-787" t="-78378" b="-1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87707C-3940-BBC5-C495-AB871AA56460}"/>
                  </a:ext>
                </a:extLst>
              </p:cNvPr>
              <p:cNvSpPr txBox="1"/>
              <p:nvPr/>
            </p:nvSpPr>
            <p:spPr>
              <a:xfrm>
                <a:off x="702988" y="3473798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 err="1"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a)</a:t>
                </a:r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87707C-3940-BBC5-C495-AB871AA56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3473798"/>
                <a:ext cx="7738024" cy="427809"/>
              </a:xfrm>
              <a:prstGeom prst="rect">
                <a:avLst/>
              </a:prstGeom>
              <a:blipFill>
                <a:blip r:embed="rId7"/>
                <a:stretch>
                  <a:fillRect t="-7143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FCE84A-52F2-A8B5-803D-6C039FEBA4B9}"/>
                  </a:ext>
                </a:extLst>
              </p:cNvPr>
              <p:cNvSpPr txBox="1"/>
              <p:nvPr/>
            </p:nvSpPr>
            <p:spPr>
              <a:xfrm>
                <a:off x="702988" y="3990281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latin typeface="Didact Gothic" panose="00000500000000000000" pitchFamily="2" charset="0"/>
                  </a:rPr>
                  <a:t>, </a:t>
                </a:r>
                <a:r>
                  <a:rPr lang="nl-NL" sz="2000" b="1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b="1" dirty="0" err="1"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b="1" i="0" dirty="0" smtClean="0"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1" dirty="0"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FCE84A-52F2-A8B5-803D-6C039FEBA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3990281"/>
                <a:ext cx="7738024" cy="427809"/>
              </a:xfrm>
              <a:prstGeom prst="rect">
                <a:avLst/>
              </a:prstGeom>
              <a:blipFill>
                <a:blip r:embed="rId8"/>
                <a:stretch>
                  <a:fillRect t="-7143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4C371B9-4E21-3376-2442-C3C29F2BCA9A}"/>
              </a:ext>
            </a:extLst>
          </p:cNvPr>
          <p:cNvSpPr txBox="1"/>
          <p:nvPr/>
        </p:nvSpPr>
        <p:spPr>
          <a:xfrm>
            <a:off x="4957354" y="973397"/>
            <a:ext cx="4101737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8.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Waarom mag je de inductiehypothese hier gebruiken?</a:t>
            </a:r>
          </a:p>
          <a:p>
            <a:pPr>
              <a:buClr>
                <a:schemeClr val="accent3"/>
              </a:buClr>
            </a:pP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|x| = n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A0459F-6026-10E2-7D81-D4321B767E9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3468189" y="1497418"/>
            <a:ext cx="1489165" cy="260809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00107"/>
      </p:ext>
    </p:extLst>
  </p:cSld>
  <p:clrMapOvr>
    <a:masterClrMapping/>
  </p:clrMapOvr>
  <p:transition spd="slow">
    <p:push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44AEDEFD-3D0A-66F2-F2EE-4F3C3E4E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5">
            <a:extLst>
              <a:ext uri="{FF2B5EF4-FFF2-40B4-BE49-F238E27FC236}">
                <a16:creationId xmlns:a16="http://schemas.microsoft.com/office/drawing/2014/main" id="{F1A534D2-397C-E535-D6C8-74F18C95C2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19417" y="2152808"/>
            <a:ext cx="5960788" cy="171389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err="1"/>
              <a:t>Theorema</a:t>
            </a:r>
            <a:r>
              <a:rPr lang="en-US" dirty="0"/>
              <a:t> 2.22 –if </a:t>
            </a:r>
            <a:r>
              <a:rPr lang="en-US" dirty="0" err="1"/>
              <a:t>bewijs</a:t>
            </a:r>
            <a:endParaRPr dirty="0"/>
          </a:p>
        </p:txBody>
      </p:sp>
      <p:sp>
        <p:nvSpPr>
          <p:cNvPr id="1354" name="Google Shape;1354;p65">
            <a:hlinkClick r:id="rId3" action="ppaction://hlinksldjump"/>
            <a:extLst>
              <a:ext uri="{FF2B5EF4-FFF2-40B4-BE49-F238E27FC236}">
                <a16:creationId xmlns:a16="http://schemas.microsoft.com/office/drawing/2014/main" id="{F9F33D9E-47AB-EB4F-0B50-F093E93B367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492100" y="1167127"/>
            <a:ext cx="4159800" cy="70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355" name="Google Shape;1355;p65">
            <a:extLst>
              <a:ext uri="{FF2B5EF4-FFF2-40B4-BE49-F238E27FC236}">
                <a16:creationId xmlns:a16="http://schemas.microsoft.com/office/drawing/2014/main" id="{C7159D63-D675-4D28-24D1-1F068DE70286}"/>
              </a:ext>
            </a:extLst>
          </p:cNvPr>
          <p:cNvSpPr/>
          <p:nvPr/>
        </p:nvSpPr>
        <p:spPr>
          <a:xfrm>
            <a:off x="3655800" y="3866701"/>
            <a:ext cx="1832405" cy="244805"/>
          </a:xfrm>
          <a:custGeom>
            <a:avLst/>
            <a:gdLst/>
            <a:ahLst/>
            <a:cxnLst/>
            <a:rect l="l" t="t" r="r" b="b"/>
            <a:pathLst>
              <a:path w="55866" h="7463" extrusionOk="0">
                <a:moveTo>
                  <a:pt x="16082" y="0"/>
                </a:moveTo>
                <a:cubicBezTo>
                  <a:pt x="15991" y="0"/>
                  <a:pt x="15916" y="25"/>
                  <a:pt x="15866" y="75"/>
                </a:cubicBezTo>
                <a:lnTo>
                  <a:pt x="8247" y="6542"/>
                </a:lnTo>
                <a:lnTo>
                  <a:pt x="728" y="75"/>
                </a:lnTo>
                <a:cubicBezTo>
                  <a:pt x="634" y="34"/>
                  <a:pt x="528" y="10"/>
                  <a:pt x="428" y="10"/>
                </a:cubicBezTo>
                <a:cubicBezTo>
                  <a:pt x="287" y="10"/>
                  <a:pt x="160" y="58"/>
                  <a:pt x="101" y="176"/>
                </a:cubicBezTo>
                <a:cubicBezTo>
                  <a:pt x="1" y="276"/>
                  <a:pt x="1" y="602"/>
                  <a:pt x="101" y="702"/>
                </a:cubicBezTo>
                <a:lnTo>
                  <a:pt x="8021" y="7369"/>
                </a:lnTo>
                <a:cubicBezTo>
                  <a:pt x="8084" y="7431"/>
                  <a:pt x="8165" y="7463"/>
                  <a:pt x="8256" y="7463"/>
                </a:cubicBezTo>
                <a:cubicBezTo>
                  <a:pt x="8347" y="7463"/>
                  <a:pt x="8447" y="7431"/>
                  <a:pt x="8547" y="7369"/>
                </a:cubicBezTo>
                <a:lnTo>
                  <a:pt x="16066" y="1003"/>
                </a:lnTo>
                <a:lnTo>
                  <a:pt x="23685" y="7369"/>
                </a:lnTo>
                <a:cubicBezTo>
                  <a:pt x="23748" y="7431"/>
                  <a:pt x="23854" y="7463"/>
                  <a:pt x="23958" y="7463"/>
                </a:cubicBezTo>
                <a:cubicBezTo>
                  <a:pt x="24061" y="7463"/>
                  <a:pt x="24161" y="7431"/>
                  <a:pt x="24212" y="7369"/>
                </a:cubicBezTo>
                <a:lnTo>
                  <a:pt x="31831" y="1003"/>
                </a:lnTo>
                <a:lnTo>
                  <a:pt x="39349" y="7369"/>
                </a:lnTo>
                <a:cubicBezTo>
                  <a:pt x="39462" y="7431"/>
                  <a:pt x="39569" y="7463"/>
                  <a:pt x="39672" y="7463"/>
                </a:cubicBezTo>
                <a:cubicBezTo>
                  <a:pt x="39776" y="7463"/>
                  <a:pt x="39876" y="7431"/>
                  <a:pt x="39976" y="7369"/>
                </a:cubicBezTo>
                <a:lnTo>
                  <a:pt x="47495" y="1003"/>
                </a:lnTo>
                <a:lnTo>
                  <a:pt x="55139" y="7369"/>
                </a:lnTo>
                <a:cubicBezTo>
                  <a:pt x="55225" y="7422"/>
                  <a:pt x="55310" y="7453"/>
                  <a:pt x="55388" y="7453"/>
                </a:cubicBezTo>
                <a:cubicBezTo>
                  <a:pt x="55493" y="7453"/>
                  <a:pt x="55583" y="7398"/>
                  <a:pt x="55640" y="7268"/>
                </a:cubicBezTo>
                <a:cubicBezTo>
                  <a:pt x="55866" y="7168"/>
                  <a:pt x="55866" y="6867"/>
                  <a:pt x="55640" y="6742"/>
                </a:cubicBezTo>
                <a:lnTo>
                  <a:pt x="47821" y="75"/>
                </a:lnTo>
                <a:cubicBezTo>
                  <a:pt x="47720" y="25"/>
                  <a:pt x="47614" y="0"/>
                  <a:pt x="47520" y="0"/>
                </a:cubicBezTo>
                <a:cubicBezTo>
                  <a:pt x="47426" y="0"/>
                  <a:pt x="47345" y="25"/>
                  <a:pt x="47294" y="75"/>
                </a:cubicBezTo>
                <a:lnTo>
                  <a:pt x="39675" y="6542"/>
                </a:lnTo>
                <a:lnTo>
                  <a:pt x="32056" y="75"/>
                </a:lnTo>
                <a:cubicBezTo>
                  <a:pt x="32006" y="25"/>
                  <a:pt x="31925" y="0"/>
                  <a:pt x="31831" y="0"/>
                </a:cubicBezTo>
                <a:cubicBezTo>
                  <a:pt x="31737" y="0"/>
                  <a:pt x="31630" y="25"/>
                  <a:pt x="31530" y="75"/>
                </a:cubicBezTo>
                <a:lnTo>
                  <a:pt x="24011" y="6542"/>
                </a:lnTo>
                <a:lnTo>
                  <a:pt x="16392" y="75"/>
                </a:lnTo>
                <a:cubicBezTo>
                  <a:pt x="16279" y="25"/>
                  <a:pt x="16173" y="0"/>
                  <a:pt x="160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65">
            <a:extLst>
              <a:ext uri="{FF2B5EF4-FFF2-40B4-BE49-F238E27FC236}">
                <a16:creationId xmlns:a16="http://schemas.microsoft.com/office/drawing/2014/main" id="{DACCB00F-E6BB-8935-9714-89D7AAD73F5B}"/>
              </a:ext>
            </a:extLst>
          </p:cNvPr>
          <p:cNvGrpSpPr/>
          <p:nvPr/>
        </p:nvGrpSpPr>
        <p:grpSpPr>
          <a:xfrm rot="10667963">
            <a:off x="7458206" y="1380526"/>
            <a:ext cx="1385983" cy="2705355"/>
            <a:chOff x="409722" y="228600"/>
            <a:chExt cx="1385931" cy="2705253"/>
          </a:xfrm>
        </p:grpSpPr>
        <p:grpSp>
          <p:nvGrpSpPr>
            <p:cNvPr id="1357" name="Google Shape;1357;p65">
              <a:extLst>
                <a:ext uri="{FF2B5EF4-FFF2-40B4-BE49-F238E27FC236}">
                  <a16:creationId xmlns:a16="http://schemas.microsoft.com/office/drawing/2014/main" id="{5AF0C3D1-0561-9732-A8F5-BA762125ADCD}"/>
                </a:ext>
              </a:extLst>
            </p:cNvPr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358" name="Google Shape;1358;p65">
                <a:extLst>
                  <a:ext uri="{FF2B5EF4-FFF2-40B4-BE49-F238E27FC236}">
                    <a16:creationId xmlns:a16="http://schemas.microsoft.com/office/drawing/2014/main" id="{9C3BF4E6-A708-6CCC-056D-DCA40B7CFB14}"/>
                  </a:ext>
                </a:extLst>
              </p:cNvPr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65">
                <a:extLst>
                  <a:ext uri="{FF2B5EF4-FFF2-40B4-BE49-F238E27FC236}">
                    <a16:creationId xmlns:a16="http://schemas.microsoft.com/office/drawing/2014/main" id="{8DADED5A-5323-2FC3-D9E6-819DA4835B47}"/>
                  </a:ext>
                </a:extLst>
              </p:cNvPr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0" name="Google Shape;1360;p65">
              <a:extLst>
                <a:ext uri="{FF2B5EF4-FFF2-40B4-BE49-F238E27FC236}">
                  <a16:creationId xmlns:a16="http://schemas.microsoft.com/office/drawing/2014/main" id="{86C39C3D-DDCF-6355-1C77-BC7259492CBD}"/>
                </a:ext>
              </a:extLst>
            </p:cNvPr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" name="Google Shape;1361;p65">
            <a:extLst>
              <a:ext uri="{FF2B5EF4-FFF2-40B4-BE49-F238E27FC236}">
                <a16:creationId xmlns:a16="http://schemas.microsoft.com/office/drawing/2014/main" id="{2DCC53AC-201D-4FD5-D5B0-008DC916B300}"/>
              </a:ext>
            </a:extLst>
          </p:cNvPr>
          <p:cNvGrpSpPr/>
          <p:nvPr/>
        </p:nvGrpSpPr>
        <p:grpSpPr>
          <a:xfrm rot="-230834">
            <a:off x="262018" y="1063686"/>
            <a:ext cx="1386005" cy="2705399"/>
            <a:chOff x="409722" y="228600"/>
            <a:chExt cx="1385931" cy="2705253"/>
          </a:xfrm>
        </p:grpSpPr>
        <p:grpSp>
          <p:nvGrpSpPr>
            <p:cNvPr id="1362" name="Google Shape;1362;p65">
              <a:extLst>
                <a:ext uri="{FF2B5EF4-FFF2-40B4-BE49-F238E27FC236}">
                  <a16:creationId xmlns:a16="http://schemas.microsoft.com/office/drawing/2014/main" id="{F8DE268F-FEAC-3A64-9E54-A6CC4EDA9C2B}"/>
                </a:ext>
              </a:extLst>
            </p:cNvPr>
            <p:cNvGrpSpPr/>
            <p:nvPr/>
          </p:nvGrpSpPr>
          <p:grpSpPr>
            <a:xfrm rot="-617154" flipH="1">
              <a:off x="575967" y="402323"/>
              <a:ext cx="1053440" cy="2450002"/>
              <a:chOff x="3817855" y="1437512"/>
              <a:chExt cx="541146" cy="1128254"/>
            </a:xfrm>
          </p:grpSpPr>
          <p:sp>
            <p:nvSpPr>
              <p:cNvPr id="1363" name="Google Shape;1363;p65">
                <a:extLst>
                  <a:ext uri="{FF2B5EF4-FFF2-40B4-BE49-F238E27FC236}">
                    <a16:creationId xmlns:a16="http://schemas.microsoft.com/office/drawing/2014/main" id="{970396AC-4D4F-F6F0-CB47-9E7F8F6209B7}"/>
                  </a:ext>
                </a:extLst>
              </p:cNvPr>
              <p:cNvSpPr/>
              <p:nvPr/>
            </p:nvSpPr>
            <p:spPr>
              <a:xfrm>
                <a:off x="3817855" y="1437512"/>
                <a:ext cx="541146" cy="1128254"/>
              </a:xfrm>
              <a:custGeom>
                <a:avLst/>
                <a:gdLst/>
                <a:ahLst/>
                <a:cxnLst/>
                <a:rect l="l" t="t" r="r" b="b"/>
                <a:pathLst>
                  <a:path w="28598" h="59625" extrusionOk="0">
                    <a:moveTo>
                      <a:pt x="101" y="0"/>
                    </a:moveTo>
                    <a:lnTo>
                      <a:pt x="1" y="426"/>
                    </a:lnTo>
                    <a:cubicBezTo>
                      <a:pt x="16066" y="3359"/>
                      <a:pt x="28197" y="17344"/>
                      <a:pt x="28197" y="34161"/>
                    </a:cubicBezTo>
                    <a:lnTo>
                      <a:pt x="28197" y="34462"/>
                    </a:lnTo>
                    <a:cubicBezTo>
                      <a:pt x="28096" y="44286"/>
                      <a:pt x="23911" y="53058"/>
                      <a:pt x="17219" y="59324"/>
                    </a:cubicBezTo>
                    <a:lnTo>
                      <a:pt x="17545" y="59625"/>
                    </a:lnTo>
                    <a:cubicBezTo>
                      <a:pt x="24212" y="53359"/>
                      <a:pt x="28497" y="44386"/>
                      <a:pt x="28598" y="34462"/>
                    </a:cubicBezTo>
                    <a:lnTo>
                      <a:pt x="28598" y="34161"/>
                    </a:lnTo>
                    <a:cubicBezTo>
                      <a:pt x="28598" y="17143"/>
                      <a:pt x="16292" y="2933"/>
                      <a:pt x="1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65">
                <a:extLst>
                  <a:ext uri="{FF2B5EF4-FFF2-40B4-BE49-F238E27FC236}">
                    <a16:creationId xmlns:a16="http://schemas.microsoft.com/office/drawing/2014/main" id="{2024B445-E5FE-9D57-A787-0BE62C2286BA}"/>
                  </a:ext>
                </a:extLst>
              </p:cNvPr>
              <p:cNvSpPr/>
              <p:nvPr/>
            </p:nvSpPr>
            <p:spPr>
              <a:xfrm>
                <a:off x="3985754" y="1615346"/>
                <a:ext cx="39378" cy="29898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580" extrusionOk="0">
                    <a:moveTo>
                      <a:pt x="1053" y="1"/>
                    </a:moveTo>
                    <a:cubicBezTo>
                      <a:pt x="0" y="1"/>
                      <a:pt x="0" y="1580"/>
                      <a:pt x="1053" y="1580"/>
                    </a:cubicBezTo>
                    <a:cubicBezTo>
                      <a:pt x="2080" y="1580"/>
                      <a:pt x="2080" y="1"/>
                      <a:pt x="10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5" name="Google Shape;1365;p65">
              <a:extLst>
                <a:ext uri="{FF2B5EF4-FFF2-40B4-BE49-F238E27FC236}">
                  <a16:creationId xmlns:a16="http://schemas.microsoft.com/office/drawing/2014/main" id="{D0D0CDE4-57FB-5A9D-6FFE-3770D75251A3}"/>
                </a:ext>
              </a:extLst>
            </p:cNvPr>
            <p:cNvSpPr/>
            <p:nvPr/>
          </p:nvSpPr>
          <p:spPr>
            <a:xfrm>
              <a:off x="1419225" y="228600"/>
              <a:ext cx="142800" cy="14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6" name="Google Shape;1366;p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692A0A8-9397-E998-6B75-885F7E90D42A}"/>
              </a:ext>
            </a:extLst>
          </p:cNvPr>
          <p:cNvSpPr/>
          <p:nvPr/>
        </p:nvSpPr>
        <p:spPr>
          <a:xfrm>
            <a:off x="139872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6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5A617FF-1CF3-02A1-E273-65E4AB8FACD5}"/>
              </a:ext>
            </a:extLst>
          </p:cNvPr>
          <p:cNvSpPr/>
          <p:nvPr/>
        </p:nvSpPr>
        <p:spPr>
          <a:xfrm flipH="1">
            <a:off x="8601644" y="2378398"/>
            <a:ext cx="430800" cy="3867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451817"/>
      </p:ext>
    </p:extLst>
  </p:cSld>
  <p:clrMapOvr>
    <a:masterClrMapping/>
  </p:clrMapOvr>
  <p:transition spd="slow">
    <p:push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40D1EC35-D129-16E2-65D9-7ABB7FC6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9456-C85C-6539-3D43-1FD07591E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33C5E8-078D-C725-6AFD-F9A04963D726}"/>
                  </a:ext>
                </a:extLst>
              </p:cNvPr>
              <p:cNvSpPr txBox="1"/>
              <p:nvPr/>
            </p:nvSpPr>
            <p:spPr>
              <a:xfrm>
                <a:off x="702988" y="1292182"/>
                <a:ext cx="7738024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nl-NL" sz="2000" dirty="0">
                    <a:latin typeface="Didact Gothic" panose="00000500000000000000" pitchFamily="2" charset="0"/>
                  </a:rPr>
                  <a:t>Elke DFA </a:t>
                </a:r>
                <a:r>
                  <a:rPr lang="el-GR" sz="2000" dirty="0">
                    <a:latin typeface="Didact Gothic" panose="00000500000000000000" pitchFamily="2" charset="0"/>
                  </a:rPr>
                  <a:t>D = (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Q</a:t>
                </a:r>
                <a:r>
                  <a:rPr lang="el-GR" sz="2000" dirty="0">
                    <a:latin typeface="Didact Gothic" panose="00000500000000000000" pitchFamily="2" charset="0"/>
                  </a:rPr>
                  <a:t>, </a:t>
                </a:r>
                <a:r>
                  <a:rPr lang="el-GR" sz="2000" b="1" dirty="0">
                    <a:latin typeface="Didact Gothic" panose="00000500000000000000" pitchFamily="2" charset="0"/>
                  </a:rPr>
                  <a:t>Σ</a:t>
                </a:r>
                <a:r>
                  <a:rPr lang="el-GR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l-GR" sz="2000" dirty="0">
                    <a:latin typeface="Didact Gothic" panose="00000500000000000000" pitchFamily="2" charset="0"/>
                  </a:rPr>
                  <a:t>,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F</a:t>
                </a:r>
                <a:r>
                  <a:rPr lang="el-GR" sz="2000" dirty="0">
                    <a:latin typeface="Didact Gothic" panose="00000500000000000000" pitchFamily="2" charset="0"/>
                  </a:rPr>
                  <a:t>)</a:t>
                </a:r>
                <a:r>
                  <a:rPr lang="nl-NL" sz="2000" dirty="0">
                    <a:latin typeface="Didact Gothic" panose="00000500000000000000" pitchFamily="2" charset="0"/>
                  </a:rPr>
                  <a:t> kan worden omgezet in een equivalente   </a:t>
                </a:r>
                <a:r>
                  <a:rPr lang="el-GR" sz="2000" dirty="0">
                    <a:latin typeface="Didact Gothic" panose="00000500000000000000" pitchFamily="2" charset="0"/>
                  </a:rPr>
                  <a:t>ϵ-</a:t>
                </a:r>
                <a:r>
                  <a:rPr lang="nl-NL" sz="2000" dirty="0">
                    <a:latin typeface="Didact Gothic" panose="00000500000000000000" pitchFamily="2" charset="0"/>
                  </a:rPr>
                  <a:t>NFA E = (</a:t>
                </a:r>
                <a:r>
                  <a:rPr lang="nl-NL" sz="2000" b="1" dirty="0">
                    <a:latin typeface="Didact Gothic" panose="00000500000000000000" pitchFamily="2" charset="0"/>
                  </a:rPr>
                  <a:t>Q</a:t>
                </a:r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:r>
                  <a:rPr lang="el-GR" sz="2000" b="1" dirty="0">
                    <a:latin typeface="Didact Gothic" panose="00000500000000000000" pitchFamily="2" charset="0"/>
                  </a:rPr>
                  <a:t>Σ</a:t>
                </a:r>
                <a:r>
                  <a:rPr lang="el-GR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nl-NL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b="1" dirty="0">
                    <a:latin typeface="Didact Gothic" panose="00000500000000000000" pitchFamily="2" charset="0"/>
                  </a:rPr>
                  <a:t>F</a:t>
                </a:r>
                <a:r>
                  <a:rPr lang="nl-NL" sz="2000" dirty="0">
                    <a:latin typeface="Didact Gothic" panose="00000500000000000000" pitchFamily="2" charset="0"/>
                  </a:rPr>
                  <a:t>)</a:t>
                </a:r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:r>
                  <a:rPr lang="nl-NL" sz="2000" dirty="0">
                    <a:latin typeface="Didact Gothic" panose="00000500000000000000" pitchFamily="2" charset="0"/>
                  </a:rPr>
                  <a:t>door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nl-NL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latin typeface="Didact Gothic" panose="00000500000000000000" pitchFamily="2" charset="0"/>
                  </a:rPr>
                  <a:t> voor alle toestanden q en invoersymbolen a te definiëren met de regels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33C5E8-078D-C725-6AFD-F9A04963D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292182"/>
                <a:ext cx="7738024" cy="1015663"/>
              </a:xfrm>
              <a:prstGeom prst="rect">
                <a:avLst/>
              </a:prstGeom>
              <a:blipFill>
                <a:blip r:embed="rId3"/>
                <a:stretch>
                  <a:fillRect t="-3593" b="-958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622D49-6122-ECB2-9CBF-6D72560DD2A6}"/>
                  </a:ext>
                </a:extLst>
              </p:cNvPr>
              <p:cNvSpPr txBox="1"/>
              <p:nvPr/>
            </p:nvSpPr>
            <p:spPr>
              <a:xfrm>
                <a:off x="702988" y="2434016"/>
                <a:ext cx="773802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 dirty="0" smtClean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nl-NL" sz="2400" b="0" i="1" dirty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4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(q, a)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 dirty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400" b="0" i="1" dirty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nl-NL" sz="24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(q, a)}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 dirty="0" smtClean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400" dirty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nl-NL" sz="2400" b="0" i="1" dirty="0">
                            <a:solidFill>
                              <a:schemeClr val="tx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4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(q, </a:t>
                </a:r>
                <a:r>
                  <a:rPr lang="el-GR" sz="2400" dirty="0">
                    <a:solidFill>
                      <a:schemeClr val="tx2">
                        <a:lumMod val="25000"/>
                      </a:schemeClr>
                    </a:solidFill>
                    <a:latin typeface="Didact Gothic" panose="00000500000000000000" pitchFamily="2" charset="0"/>
                  </a:rPr>
                  <a:t>ϵ) = ∅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622D49-6122-ECB2-9CBF-6D72560DD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434016"/>
                <a:ext cx="7738024" cy="830997"/>
              </a:xfrm>
              <a:prstGeom prst="rect">
                <a:avLst/>
              </a:prstGeom>
              <a:blipFill>
                <a:blip r:embed="rId4"/>
                <a:stretch>
                  <a:fillRect t="-5839" b="-1532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26765E-CE4A-5046-6A5E-78570D8D236F}"/>
                  </a:ext>
                </a:extLst>
              </p:cNvPr>
              <p:cNvSpPr txBox="1"/>
              <p:nvPr/>
            </p:nvSpPr>
            <p:spPr>
              <a:xfrm>
                <a:off x="702988" y="3575956"/>
                <a:ext cx="7738024" cy="875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Bewijzen met </a:t>
                </a:r>
                <a:r>
                  <a:rPr lang="en-US" sz="2400" b="1" dirty="0" err="1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inductie</a:t>
                </a:r>
                <a:r>
                  <a:rPr lang="en-US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 </a:t>
                </a:r>
                <a:r>
                  <a:rPr lang="en-US" sz="2400" b="1" dirty="0" err="1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dat</a:t>
                </a:r>
                <a:r>
                  <a:rPr lang="en-US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b="1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nl-NL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  <m:r>
                      <a:rPr lang="nl-NL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(q, w) = {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b="1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</m:oMath>
                </a14:m>
                <a:r>
                  <a:rPr lang="nl-NL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(q, w)}</a:t>
                </a:r>
                <a:endParaRPr lang="el-GR" sz="2400" b="1" dirty="0">
                  <a:solidFill>
                    <a:schemeClr val="tx1"/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26765E-CE4A-5046-6A5E-78570D8D2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3575956"/>
                <a:ext cx="7738024" cy="875176"/>
              </a:xfrm>
              <a:prstGeom prst="rect">
                <a:avLst/>
              </a:prstGeom>
              <a:blipFill>
                <a:blip r:embed="rId5"/>
                <a:stretch>
                  <a:fillRect t="-5594" b="-1468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2AD6C91-1793-FCA4-F8DA-779C2CBACC01}"/>
              </a:ext>
            </a:extLst>
          </p:cNvPr>
          <p:cNvSpPr txBox="1"/>
          <p:nvPr/>
        </p:nvSpPr>
        <p:spPr>
          <a:xfrm>
            <a:off x="4996543" y="3193736"/>
            <a:ext cx="39996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1. Welk </a:t>
            </a:r>
            <a:r>
              <a:rPr lang="en-US" sz="2400" b="1" dirty="0" err="1">
                <a:solidFill>
                  <a:schemeClr val="accent3"/>
                </a:solidFill>
                <a:latin typeface="Didact Gothic" panose="00000500000000000000" pitchFamily="2" charset="0"/>
              </a:rPr>
              <a:t>theorema</a:t>
            </a: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 </a:t>
            </a:r>
            <a:r>
              <a:rPr lang="en-US" sz="2400" b="1" dirty="0" err="1">
                <a:solidFill>
                  <a:schemeClr val="accent3"/>
                </a:solidFill>
                <a:latin typeface="Didact Gothic" panose="00000500000000000000" pitchFamily="2" charset="0"/>
              </a:rPr>
              <a:t>bewijs</a:t>
            </a: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 je?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9E595A-2425-8639-7C65-77209696AA81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6635931" y="2307845"/>
            <a:ext cx="360432" cy="885891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192725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A6BBBCDF-BF6B-A76C-A2B7-D2D269C4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EC9D-01BF-BC2A-C6C4-C175F73B9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C2FB2D-7A0F-22EA-DA9F-8F55BC269CC2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Bewijzen met </a:t>
                </a:r>
                <a:r>
                  <a:rPr lang="en-US" sz="2000" dirty="0" err="1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inductie</a:t>
                </a:r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dat</a:t>
                </a:r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b="1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nl-NL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</m:oMath>
                </a14:m>
                <a:r>
                  <a:rPr lang="nl-NL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(q, w)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b="1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nl-NL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(q, w)}</a:t>
                </a:r>
                <a:endParaRPr lang="el-GR" sz="2000" b="1" dirty="0">
                  <a:solidFill>
                    <a:schemeClr val="tx1"/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C2FB2D-7A0F-22EA-DA9F-8F55BC269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707886"/>
              </a:xfrm>
              <a:prstGeom prst="rect">
                <a:avLst/>
              </a:prstGeom>
              <a:blipFill>
                <a:blip r:embed="rId3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CD879F-B7B9-FEE9-B5C1-714590A6EFEB}"/>
                  </a:ext>
                </a:extLst>
              </p:cNvPr>
              <p:cNvSpPr txBox="1"/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Basis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ϵ</a:t>
                </a:r>
                <a:r>
                  <a:rPr lang="en-US" sz="2000" dirty="0">
                    <a:latin typeface="Didact Gothic" panose="00000500000000000000" pitchFamily="2" charset="0"/>
                  </a:rPr>
                  <a:t>) = ECLOSE(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a:rPr lang="nl-NL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latin typeface="Didact Gothic" panose="00000500000000000000" pitchFamily="2" charset="0"/>
                      </a:rPr>
                      <m:t>ϵ</m:t>
                    </m:r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)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</a:p>
              <a:p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 err="1">
                    <a:latin typeface="Didact Gothic" panose="00000500000000000000" pitchFamily="2" charset="0"/>
                  </a:rPr>
                  <a:t>Inductie</a:t>
                </a:r>
                <a:endParaRPr lang="en-US" sz="2000" b="1" dirty="0"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IH: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)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          	     |x| = n</a:t>
                </a:r>
              </a:p>
              <a:p>
                <a:r>
                  <a:rPr lang="en-US" sz="2000" b="1" dirty="0">
                    <a:latin typeface="Didact Gothic" panose="00000500000000000000" pitchFamily="2" charset="0"/>
                  </a:rPr>
                  <a:t>TB: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{</m:t>
                    </m:r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Didact Gothic" panose="00000500000000000000" pitchFamily="2" charset="0"/>
                      </a:rPr>
                      <m:t>w</m:t>
                    </m:r>
                    <m:r>
                      <m:rPr>
                        <m:nor/>
                      </m:rPr>
                      <a:rPr lang="en-US" sz="2000" dirty="0">
                        <a:latin typeface="Didact Gothic" panose="00000500000000000000" pitchFamily="2" charset="0"/>
                      </a:rPr>
                      <m:t>)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   </a:t>
                </a:r>
                <a:r>
                  <a:rPr lang="en-US" sz="2000" b="1" dirty="0">
                    <a:latin typeface="Didact Gothic" panose="00000500000000000000" pitchFamily="2" charset="0"/>
                  </a:rPr>
                  <a:t>“w = xa”</a:t>
                </a:r>
                <a:r>
                  <a:rPr lang="en-US" sz="2000" dirty="0">
                    <a:latin typeface="Didact Gothic" panose="00000500000000000000" pitchFamily="2" charset="0"/>
                  </a:rPr>
                  <a:t>  |w| = n + 1</a:t>
                </a:r>
                <a:endParaRPr lang="en-US" sz="2000" b="1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CD879F-B7B9-FEE9-B5C1-714590A6E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131522"/>
                <a:ext cx="7738024" cy="2022092"/>
              </a:xfrm>
              <a:prstGeom prst="rect">
                <a:avLst/>
              </a:prstGeom>
              <a:blipFill>
                <a:blip r:embed="rId4"/>
                <a:stretch>
                  <a:fillRect l="-787" t="-1813" b="-483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1654F3E-6030-8852-03EA-C37470DE8A6F}"/>
              </a:ext>
            </a:extLst>
          </p:cNvPr>
          <p:cNvSpPr txBox="1"/>
          <p:nvPr/>
        </p:nvSpPr>
        <p:spPr>
          <a:xfrm>
            <a:off x="4032070" y="2571750"/>
            <a:ext cx="39996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2.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Wat bewijs je per inductie?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D11A76-1613-4A7C-308B-708A7EF71B6B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5368834" y="1763088"/>
            <a:ext cx="663056" cy="80866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6F080DD-D77E-CFB2-894F-C1B34EEA7E81}"/>
              </a:ext>
            </a:extLst>
          </p:cNvPr>
          <p:cNvSpPr txBox="1"/>
          <p:nvPr/>
        </p:nvSpPr>
        <p:spPr>
          <a:xfrm>
            <a:off x="4441372" y="2110295"/>
            <a:ext cx="399964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3.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Waarop pas je de inductie toe?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8999B8-FF45-D213-2285-546D357E5B6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918166" y="2941292"/>
            <a:ext cx="1523026" cy="55302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98833D-52D8-D045-AAE2-4C18114BC1AE}"/>
              </a:ext>
            </a:extLst>
          </p:cNvPr>
          <p:cNvSpPr txBox="1"/>
          <p:nvPr/>
        </p:nvSpPr>
        <p:spPr>
          <a:xfrm>
            <a:off x="4683035" y="1900689"/>
            <a:ext cx="39996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4.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Wat is het basis geval?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4B8A4C-214C-83B7-2605-FB991376E594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112327" y="2362354"/>
            <a:ext cx="1570528" cy="33928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59BD80-3EBD-1EEC-6850-EC4DA6D54F2F}"/>
              </a:ext>
            </a:extLst>
          </p:cNvPr>
          <p:cNvSpPr txBox="1"/>
          <p:nvPr/>
        </p:nvSpPr>
        <p:spPr>
          <a:xfrm>
            <a:off x="3990703" y="1900689"/>
            <a:ext cx="469197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5.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IH, wat is de inductiehypothese? 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227730-504C-5C07-3405-B30C71B103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332018" y="2362354"/>
            <a:ext cx="3004671" cy="113196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24DF812-89AB-BCA4-7B1B-1A6CB20A129B}"/>
              </a:ext>
            </a:extLst>
          </p:cNvPr>
          <p:cNvSpPr txBox="1"/>
          <p:nvPr/>
        </p:nvSpPr>
        <p:spPr>
          <a:xfrm>
            <a:off x="3990703" y="1900689"/>
            <a:ext cx="469197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6.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Wat is het inductiegeval?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02BD81-DC42-7C33-1CAA-CC2D20CC7042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3331029" y="2362354"/>
            <a:ext cx="3005660" cy="146506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559937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9" grpId="0" animBg="1"/>
      <p:bldP spid="9" grpId="1" animBg="1"/>
      <p:bldP spid="12" grpId="0" animBg="1"/>
      <p:bldP spid="12" grpId="1" animBg="1"/>
      <p:bldP spid="15" grpId="0" animBg="1"/>
      <p:bldP spid="15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ACA55A69-68CC-0781-28DF-13B79378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8543-F661-63BC-6B51-9D8717F36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E40009-5001-000A-FE2F-C8842A1BF9B1}"/>
                  </a:ext>
                </a:extLst>
              </p:cNvPr>
              <p:cNvSpPr txBox="1"/>
              <p:nvPr/>
            </p:nvSpPr>
            <p:spPr>
              <a:xfrm>
                <a:off x="702988" y="1070088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𝐸𝐶𝐿𝑂𝑆𝐸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E40009-5001-000A-FE2F-C8842A1BF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070088"/>
                <a:ext cx="7738024" cy="527517"/>
              </a:xfrm>
              <a:prstGeom prst="rect">
                <a:avLst/>
              </a:prstGeom>
              <a:blipFill>
                <a:blip r:embed="rId3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260D40-B8E7-F9CD-ED21-3C84112C8D71}"/>
                  </a:ext>
                </a:extLst>
              </p:cNvPr>
              <p:cNvSpPr txBox="1"/>
              <p:nvPr/>
            </p:nvSpPr>
            <p:spPr>
              <a:xfrm>
                <a:off x="702988" y="1680107"/>
                <a:ext cx="77380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def</a:t>
                </a: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𝐸𝐶𝐿𝑂𝑆𝐸</m:t>
                    </m:r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a:rPr lang="en-US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  <m:r>
                      <a:rPr lang="en-US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a:rPr lang="en-US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accent3">
                      <a:lumMod val="50000"/>
                    </a:schemeClr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260D40-B8E7-F9CD-ED21-3C84112C8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680107"/>
                <a:ext cx="7738024" cy="400110"/>
              </a:xfrm>
              <a:prstGeom prst="rect">
                <a:avLst/>
              </a:prstGeom>
              <a:blipFill>
                <a:blip r:embed="rId4"/>
                <a:stretch>
                  <a:fillRect l="-787" t="-9231" b="-2769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B0B6A3-97D9-A023-0D22-5A8B0F3FC963}"/>
                  </a:ext>
                </a:extLst>
              </p:cNvPr>
              <p:cNvSpPr txBox="1"/>
              <p:nvPr/>
            </p:nvSpPr>
            <p:spPr>
              <a:xfrm>
                <a:off x="702988" y="2290605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 err="1"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nl-NL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Didact Gothic" panose="00000500000000000000" pitchFamily="2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B0B6A3-97D9-A023-0D22-5A8B0F3FC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290605"/>
                <a:ext cx="7738024" cy="527517"/>
              </a:xfrm>
              <a:prstGeom prst="rect">
                <a:avLst/>
              </a:prstGeom>
              <a:blipFill>
                <a:blip r:embed="rId5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898388-E4A4-9CD9-1B33-EAB9AA32BA8A}"/>
                  </a:ext>
                </a:extLst>
              </p:cNvPr>
              <p:cNvSpPr txBox="1"/>
              <p:nvPr/>
            </p:nvSpPr>
            <p:spPr>
              <a:xfrm>
                <a:off x="702988" y="2935001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IH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) = {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x</a:t>
                </a:r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)}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898388-E4A4-9CD9-1B33-EAB9AA32B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935001"/>
                <a:ext cx="7738024" cy="427809"/>
              </a:xfrm>
              <a:prstGeom prst="rect">
                <a:avLst/>
              </a:prstGeom>
              <a:blipFill>
                <a:blip r:embed="rId6"/>
                <a:stretch>
                  <a:fillRect l="-787" t="-7042" b="-2394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FA2658-D743-ED11-EF9D-4057EB598C8A}"/>
                  </a:ext>
                </a:extLst>
              </p:cNvPr>
              <p:cNvSpPr txBox="1"/>
              <p:nvPr/>
            </p:nvSpPr>
            <p:spPr>
              <a:xfrm>
                <a:off x="702988" y="3473798"/>
                <a:ext cx="7738024" cy="527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{</m:t>
                        </m:r>
                        <m:acc>
                          <m:accPr>
                            <m:chr m:val="̂"/>
                            <m:ctrlPr>
                              <a:rPr lang="nl-NL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l-NL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dirty="0">
                                    <a:solidFill>
                                      <a:schemeClr val="tx1"/>
                                    </a:solidFill>
                                    <a:latin typeface="Didact Gothic" panose="00000500000000000000" pitchFamily="2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nl-NL" sz="20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)}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(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nl-NL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>
                  <a:solidFill>
                    <a:schemeClr val="tx1"/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FA2658-D743-ED11-EF9D-4057EB598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3473798"/>
                <a:ext cx="7738024" cy="527517"/>
              </a:xfrm>
              <a:prstGeom prst="rect">
                <a:avLst/>
              </a:prstGeom>
              <a:blipFill>
                <a:blip r:embed="rId7"/>
                <a:stretch>
                  <a:fillRect t="-65116" b="-8837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391B43-EC4E-61DC-7174-35B3DD6868F9}"/>
                  </a:ext>
                </a:extLst>
              </p:cNvPr>
              <p:cNvSpPr txBox="1"/>
              <p:nvPr/>
            </p:nvSpPr>
            <p:spPr>
              <a:xfrm>
                <a:off x="702988" y="4112303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solidFill>
                              <a:srgbClr val="D5E6F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rgbClr val="D5E6F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rgbClr val="D5E6FC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D5E6FC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rgbClr val="D5E6FC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rgbClr val="D5E6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D5E6F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solidFill>
                              <a:srgbClr val="D5E6F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D5E6FC"/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solidFill>
                      <a:srgbClr val="D5E6FC"/>
                    </a:solidFill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solidFill>
                      <a:srgbClr val="D5E6FC"/>
                    </a:solidFill>
                    <a:latin typeface="Didact Gothic" panose="00000500000000000000" pitchFamily="2" charset="0"/>
                  </a:rPr>
                  <a:t>) </a:t>
                </a:r>
                <a:r>
                  <a:rPr lang="en-US" sz="2000" dirty="0">
                    <a:latin typeface="Didact Gothic" panose="00000500000000000000" pitchFamily="2" charset="0"/>
                  </a:rPr>
                  <a:t>=</a:t>
                </a:r>
                <a:r>
                  <a:rPr lang="nl-NL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)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endParaRPr lang="en-US" sz="2000" dirty="0"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391B43-EC4E-61DC-7174-35B3DD68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4112303"/>
                <a:ext cx="7738024" cy="427809"/>
              </a:xfrm>
              <a:prstGeom prst="rect">
                <a:avLst/>
              </a:prstGeom>
              <a:blipFill>
                <a:blip r:embed="rId8"/>
                <a:stretch>
                  <a:fillRect t="-7143" b="-2571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65388D9-7A8E-AA18-1C54-DCDDCBFA73AE}"/>
              </a:ext>
            </a:extLst>
          </p:cNvPr>
          <p:cNvSpPr txBox="1"/>
          <p:nvPr/>
        </p:nvSpPr>
        <p:spPr>
          <a:xfrm>
            <a:off x="5283332" y="1459608"/>
            <a:ext cx="302939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7.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Waar gebruik je de inductiehypothese?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C4F85E-AD55-9203-A054-261AEC1B19B3}"/>
              </a:ext>
            </a:extLst>
          </p:cNvPr>
          <p:cNvCxnSpPr>
            <a:cxnSpLocks/>
          </p:cNvCxnSpPr>
          <p:nvPr/>
        </p:nvCxnSpPr>
        <p:spPr>
          <a:xfrm flipH="1">
            <a:off x="3332018" y="1927529"/>
            <a:ext cx="1951314" cy="77410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26FBF6-34E1-EBA3-DCD2-BFC334C314C7}"/>
              </a:ext>
            </a:extLst>
          </p:cNvPr>
          <p:cNvSpPr txBox="1"/>
          <p:nvPr/>
        </p:nvSpPr>
        <p:spPr>
          <a:xfrm>
            <a:off x="4957354" y="1181076"/>
            <a:ext cx="3660173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chemeClr val="accent3"/>
              </a:buClr>
            </a:pPr>
            <a:r>
              <a:rPr lang="en-US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8. </a:t>
            </a: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Waarom mag je de inductiehypothese hier gebruiken?</a:t>
            </a:r>
          </a:p>
          <a:p>
            <a:pPr>
              <a:buClr>
                <a:schemeClr val="accent3"/>
              </a:buClr>
            </a:pPr>
            <a:r>
              <a:rPr lang="nl-NL" sz="2400" b="1" dirty="0">
                <a:solidFill>
                  <a:schemeClr val="accent3"/>
                </a:solidFill>
                <a:latin typeface="Didact Gothic" panose="00000500000000000000" pitchFamily="2" charset="0"/>
              </a:rPr>
              <a:t>|x| = n</a:t>
            </a:r>
            <a:endParaRPr lang="en-US" sz="2400" b="1" dirty="0">
              <a:solidFill>
                <a:schemeClr val="accent3"/>
              </a:solidFill>
              <a:latin typeface="Didact Gothic" panose="00000500000000000000" pitchFamily="2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B117AD-FF26-F754-A0AD-EE1764D17B5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332018" y="1965906"/>
            <a:ext cx="1625336" cy="1684767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553247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ED72C622-7E90-FF02-A0A7-708C0A37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B4B1-8B46-2A77-C3B7-7D89BC9B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C384D7-2046-9599-771B-A61543191F29}"/>
                  </a:ext>
                </a:extLst>
              </p:cNvPr>
              <p:cNvSpPr txBox="1"/>
              <p:nvPr/>
            </p:nvSpPr>
            <p:spPr>
              <a:xfrm>
                <a:off x="702988" y="2326483"/>
                <a:ext cx="7738024" cy="107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solidFill>
                              <a:srgbClr val="D5E6F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rgbClr val="D5E6F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rgbClr val="D5E6FC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rgbClr val="D5E6FC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rgbClr val="D5E6FC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rgbClr val="D5E6F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D5E6FC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D5E6F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D5E6FC"/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solidFill>
                      <a:srgbClr val="D5E6FC"/>
                    </a:solidFill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solidFill>
                      <a:srgbClr val="D5E6FC"/>
                    </a:solidFill>
                    <a:latin typeface="Didact Gothic" panose="00000500000000000000" pitchFamily="2" charset="0"/>
                  </a:rPr>
                  <a:t>) </a:t>
                </a:r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( 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) , </m:t>
                    </m:r>
                    <m:r>
                      <m:rPr>
                        <m:nor/>
                      </m:rPr>
                      <a:rPr lang="nl-NL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 }</a:t>
                </a:r>
              </a:p>
              <a:p>
                <a:endParaRPr lang="en-US" sz="2000" dirty="0">
                  <a:solidFill>
                    <a:schemeClr val="tx1"/>
                  </a:solidFill>
                  <a:latin typeface="Didact Gothic" panose="00000500000000000000" pitchFamily="2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b="1" dirty="0" err="1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xa</a:t>
                </a:r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) = {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nl-NL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sz="20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b="1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)</m:t>
                    </m:r>
                    <m:r>
                      <m:rPr>
                        <m:nor/>
                      </m:rPr>
                      <a:rPr lang="en-US" sz="2000" b="1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}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C384D7-2046-9599-771B-A61543191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326483"/>
                <a:ext cx="7738024" cy="1071062"/>
              </a:xfrm>
              <a:prstGeom prst="rect">
                <a:avLst/>
              </a:prstGeom>
              <a:blipFill>
                <a:blip r:embed="rId3"/>
                <a:stretch>
                  <a:fillRect l="-79" t="-2857" b="-971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3572A5-1D22-66BA-A27A-F8DE321106E4}"/>
                  </a:ext>
                </a:extLst>
              </p:cNvPr>
              <p:cNvSpPr txBox="1"/>
              <p:nvPr/>
            </p:nvSpPr>
            <p:spPr>
              <a:xfrm>
                <a:off x="702988" y="1836921"/>
                <a:ext cx="773802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def</a:t>
                </a:r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nl-NL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(q, a)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nl-NL" sz="2000" dirty="0">
                    <a:solidFill>
                      <a:schemeClr val="accent3">
                        <a:lumMod val="50000"/>
                      </a:schemeClr>
                    </a:solidFill>
                    <a:latin typeface="Didact Gothic" panose="00000500000000000000" pitchFamily="2" charset="0"/>
                  </a:rPr>
                  <a:t>(q, a)}</a:t>
                </a:r>
                <a:endParaRPr lang="en-US" sz="2000" dirty="0">
                  <a:solidFill>
                    <a:schemeClr val="accent3">
                      <a:lumMod val="50000"/>
                    </a:schemeClr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3572A5-1D22-66BA-A27A-F8DE32110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836921"/>
                <a:ext cx="7738024" cy="400110"/>
              </a:xfrm>
              <a:prstGeom prst="rect">
                <a:avLst/>
              </a:prstGeom>
              <a:blipFill>
                <a:blip r:embed="rId4"/>
                <a:stretch>
                  <a:fillRect l="-787" t="-7576" b="-2575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AF0E3E-1FBD-E405-4A1F-303A56588582}"/>
                  </a:ext>
                </a:extLst>
              </p:cNvPr>
              <p:cNvSpPr txBox="1"/>
              <p:nvPr/>
            </p:nvSpPr>
            <p:spPr>
              <a:xfrm>
                <a:off x="702988" y="1319660"/>
                <a:ext cx="7738024" cy="4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 err="1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xa</a:t>
                </a:r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) =</a:t>
                </a:r>
                <a:r>
                  <a:rPr lang="nl-NL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 dirty="0">
                            <a:solidFill>
                              <a:schemeClr val="tx1"/>
                            </a:solidFill>
                            <a:latin typeface="Didact Gothic" panose="00000500000000000000" pitchFamily="2" charset="0"/>
                          </a:rPr>
                          <m:t>δ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x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)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nl-NL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AF0E3E-1FBD-E405-4A1F-303A56588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319660"/>
                <a:ext cx="7738024" cy="427809"/>
              </a:xfrm>
              <a:prstGeom prst="rect">
                <a:avLst/>
              </a:prstGeom>
              <a:blipFill>
                <a:blip r:embed="rId5"/>
                <a:stretch>
                  <a:fillRect t="-7042" b="-2394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9605933"/>
      </p:ext>
    </p:extLst>
  </p:cSld>
  <p:clrMapOvr>
    <a:masterClrMapping/>
  </p:clrMapOvr>
  <p:transition spd="slow">
    <p:push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>
          <a:extLst>
            <a:ext uri="{FF2B5EF4-FFF2-40B4-BE49-F238E27FC236}">
              <a16:creationId xmlns:a16="http://schemas.microsoft.com/office/drawing/2014/main" id="{83D1229B-38E6-8A8A-918F-56CE6DB8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42BC-BE53-23FB-A9E6-2FF81C9A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96" y="377088"/>
            <a:ext cx="7590208" cy="693000"/>
          </a:xfrm>
        </p:spPr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2.22 – only if </a:t>
            </a:r>
            <a:r>
              <a:rPr lang="en-US" dirty="0" err="1"/>
              <a:t>bewijs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EF0A52-A898-642B-51F1-86CB58F02BBB}"/>
                  </a:ext>
                </a:extLst>
              </p:cNvPr>
              <p:cNvSpPr txBox="1"/>
              <p:nvPr/>
            </p:nvSpPr>
            <p:spPr>
              <a:xfrm>
                <a:off x="702988" y="1202683"/>
                <a:ext cx="7738024" cy="496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b="1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w</a:t>
                </a:r>
                <a:r>
                  <a:rPr lang="en-US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) = {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nl-NL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b="1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4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m:rPr>
                        <m:nor/>
                      </m:rPr>
                      <a:rPr lang="en-US" sz="24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w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)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chemeClr val="tx1"/>
                        </a:solidFill>
                        <a:latin typeface="Didact Gothic" panose="00000500000000000000" pitchFamily="2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}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EF0A52-A898-642B-51F1-86CB58F02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1202683"/>
                <a:ext cx="7738024" cy="496354"/>
              </a:xfrm>
              <a:prstGeom prst="rect">
                <a:avLst/>
              </a:prstGeom>
              <a:blipFill>
                <a:blip r:embed="rId3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DCFB3A-B0A4-2F49-B8C8-DFBE0E8CE7BB}"/>
                  </a:ext>
                </a:extLst>
              </p:cNvPr>
              <p:cNvSpPr txBox="1"/>
              <p:nvPr/>
            </p:nvSpPr>
            <p:spPr>
              <a:xfrm>
                <a:off x="702988" y="2005684"/>
                <a:ext cx="7738024" cy="2358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w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L(D)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w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)</m:t>
                    </m:r>
                    <m:r>
                      <a:rPr lang="en-US" sz="2000" i="1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F</a:t>
                </a:r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	(def)</a:t>
                </a:r>
              </a:p>
              <a:p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{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6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(</m:t>
                    </m:r>
                    <m:sSub>
                      <m:sSubPr>
                        <m:ctrlPr>
                          <a:rPr lang="nl-NL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,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w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Didact Gothic" panose="00000500000000000000" pitchFamily="2" charset="0"/>
                      </a:rPr>
                      <m:t>) }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∅ </a:t>
                </a:r>
              </a:p>
              <a:p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w</a:t>
                </a:r>
                <a:r>
                  <a:rPr lang="en-US" sz="2000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 dirty="0">
                    <a:latin typeface="Didact Gothic" panose="00000500000000000000" pitchFamily="2" charset="0"/>
                  </a:rPr>
                  <a:t> ∅    </a:t>
                </a:r>
                <a:endParaRPr lang="en-US" sz="2000" dirty="0">
                  <a:solidFill>
                    <a:schemeClr val="accent6">
                      <a:lumMod val="10000"/>
                    </a:schemeClr>
                  </a:solidFill>
                  <a:latin typeface="Didact Gothic" panose="00000500000000000000" pitchFamily="2" charset="0"/>
                </a:endParaRPr>
              </a:p>
              <a:p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acc>
                      <m:accPr>
                        <m:chr m:val="̂"/>
                        <m:ctrlPr>
                          <a:rPr lang="nl-NL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b="1" dirty="0">
                                <a:solidFill>
                                  <a:schemeClr val="tx1"/>
                                </a:solidFill>
                                <a:latin typeface="Didact Gothic" panose="00000500000000000000" pitchFamily="2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, </a:t>
                </a:r>
                <a:r>
                  <a:rPr lang="nl-NL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w</a:t>
                </a:r>
                <a:r>
                  <a:rPr lang="en-US" sz="2000" b="1" dirty="0">
                    <a:solidFill>
                      <a:schemeClr val="tx1"/>
                    </a:solidFill>
                    <a:latin typeface="Didact Gothic" panose="00000500000000000000" pitchFamily="2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000" dirty="0">
                  <a:solidFill>
                    <a:schemeClr val="accent6">
                      <a:lumMod val="10000"/>
                    </a:schemeClr>
                  </a:solidFill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 </m:t>
                    </m:r>
                  </m:oMath>
                </a14:m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w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b="1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 L(E)		</a:t>
                </a:r>
                <a:r>
                  <a:rPr lang="en-US" sz="2000" dirty="0">
                    <a:solidFill>
                      <a:schemeClr val="accent6">
                        <a:lumMod val="10000"/>
                      </a:schemeClr>
                    </a:solidFill>
                    <a:latin typeface="Didact Gothic" panose="00000500000000000000" pitchFamily="2" charset="0"/>
                  </a:rPr>
                  <a:t>(def)</a:t>
                </a:r>
                <a:endParaRPr lang="en-US" sz="2000" b="1" dirty="0">
                  <a:solidFill>
                    <a:schemeClr val="accent6">
                      <a:lumMod val="10000"/>
                    </a:schemeClr>
                  </a:solidFill>
                  <a:latin typeface="Didact Gothic" panose="00000500000000000000" pitchFamily="2" charset="0"/>
                </a:endParaRPr>
              </a:p>
              <a:p>
                <a:endParaRPr lang="en-US" sz="2000" dirty="0">
                  <a:solidFill>
                    <a:schemeClr val="accent6">
                      <a:lumMod val="10000"/>
                    </a:schemeClr>
                  </a:solidFill>
                  <a:latin typeface="Didact Gothic" panose="00000500000000000000" pitchFamily="2" charset="0"/>
                </a:endParaRPr>
              </a:p>
              <a:p>
                <a:r>
                  <a:rPr lang="en-US" sz="2000" b="1" dirty="0">
                    <a:solidFill>
                      <a:srgbClr val="0070C0"/>
                    </a:solidFill>
                    <a:latin typeface="Didact Gothic" panose="00000500000000000000" pitchFamily="2" charset="0"/>
                  </a:rPr>
                  <a:t>L(D) = L(E)</a:t>
                </a:r>
                <a:endParaRPr lang="en-US" sz="2000" dirty="0">
                  <a:solidFill>
                    <a:srgbClr val="0070C0"/>
                  </a:solidFill>
                  <a:latin typeface="Didact Gothic" panose="00000500000000000000" pitchFamily="2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DCFB3A-B0A4-2F49-B8C8-DFBE0E8CE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88" y="2005684"/>
                <a:ext cx="7738024" cy="2358851"/>
              </a:xfrm>
              <a:prstGeom prst="rect">
                <a:avLst/>
              </a:prstGeom>
              <a:blipFill>
                <a:blip r:embed="rId4"/>
                <a:stretch>
                  <a:fillRect l="-787" t="-1292" b="-3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837993"/>
      </p:ext>
    </p:extLst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Virtual Slides for Education Day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9F3FF"/>
      </a:lt2>
      <a:accent1>
        <a:srgbClr val="4C64D8"/>
      </a:accent1>
      <a:accent2>
        <a:srgbClr val="FFE599"/>
      </a:accent2>
      <a:accent3>
        <a:srgbClr val="FF952B"/>
      </a:accent3>
      <a:accent4>
        <a:srgbClr val="D5E6FC"/>
      </a:accent4>
      <a:accent5>
        <a:srgbClr val="00004D"/>
      </a:accent5>
      <a:accent6>
        <a:srgbClr val="A8CFFF"/>
      </a:accent6>
      <a:hlink>
        <a:srgbClr val="0000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3179</TotalTime>
  <Words>3097</Words>
  <Application>Microsoft Office PowerPoint</Application>
  <PresentationFormat>On-screen Show (16:9)</PresentationFormat>
  <Paragraphs>465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Aldrich</vt:lpstr>
      <vt:lpstr>Cambria Math</vt:lpstr>
      <vt:lpstr>Didact Gothic</vt:lpstr>
      <vt:lpstr>Arial</vt:lpstr>
      <vt:lpstr>Century Gothic</vt:lpstr>
      <vt:lpstr>Virtual Slides for Education Day by Slidesgo</vt:lpstr>
      <vt:lpstr>Titelblad</vt:lpstr>
      <vt:lpstr>TALEN EN AUTOMATEN PAL Clip 2</vt:lpstr>
      <vt:lpstr>ϵ-NFA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MSSC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Theorema 2.22 – only if bewijs</vt:lpstr>
      <vt:lpstr>Theorema 2.22 – only if bewijs</vt:lpstr>
      <vt:lpstr>Theorema 2.22 – only if bewijs</vt:lpstr>
      <vt:lpstr>Theorema 2.22 – only if bewijs</vt:lpstr>
      <vt:lpstr>Theorema 2.22 – only if bewijs</vt:lpstr>
      <vt:lpstr>Het Antwoord op de 8 Vragen</vt:lpstr>
      <vt:lpstr>Theorema 2.22 – only if bewijs</vt:lpstr>
      <vt:lpstr>Theorema 2.22 – only if bewijs</vt:lpstr>
      <vt:lpstr>Theorema 2.22 – only if bewijs</vt:lpstr>
      <vt:lpstr>Theorema 2.22 – only if bewijs</vt:lpstr>
      <vt:lpstr>Theorema 2.22 – only if bewijs</vt:lpstr>
      <vt:lpstr>Theorema 2.22 – only if bewijs</vt:lpstr>
      <vt:lpstr>Theorema 2.22 – only if bewijs</vt:lpstr>
      <vt:lpstr>Theorema 2.22 – only if bewijs</vt:lpstr>
      <vt:lpstr>Theorema 2.22 –if bewijs</vt:lpstr>
      <vt:lpstr>Theorema 2.22 –if bewijs</vt:lpstr>
      <vt:lpstr>Theorema 2.22 –if bewijs</vt:lpstr>
      <vt:lpstr>Theorema 2.22 – only if bewijs</vt:lpstr>
      <vt:lpstr>Theorema 2.22 – only if bewijs</vt:lpstr>
      <vt:lpstr>Theorema 2.22 – only if bewijs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Abdellah El Moussaoui</cp:lastModifiedBy>
  <cp:revision>25</cp:revision>
  <dcterms:modified xsi:type="dcterms:W3CDTF">2025-05-11T10:59:09Z</dcterms:modified>
</cp:coreProperties>
</file>