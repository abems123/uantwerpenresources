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16"/>
  </p:notesMasterIdLst>
  <p:sldIdLst>
    <p:sldId id="257" r:id="rId6"/>
    <p:sldId id="263" r:id="rId7"/>
    <p:sldId id="261" r:id="rId8"/>
    <p:sldId id="265" r:id="rId9"/>
    <p:sldId id="543" r:id="rId10"/>
    <p:sldId id="264" r:id="rId11"/>
    <p:sldId id="544" r:id="rId12"/>
    <p:sldId id="545" r:id="rId13"/>
    <p:sldId id="267" r:id="rId14"/>
    <p:sldId id="546" r:id="rId15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0C884-8061-2744-AB04-C9C35D67485D}" v="20" dt="2026-02-12T08:24:26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5" autoAdjust="0"/>
    <p:restoredTop sz="95521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216" y="20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 Bergs (imec)" userId="2b8c287c-9613-46e4-a912-e941fed64953" providerId="ADAL" clId="{0470EF37-F7FF-5DF5-AC2F-C8087F43FA3D}"/>
    <pc:docChg chg="undo custSel mod addSld delSld modSld sldOrd">
      <pc:chgData name="Johan Bergs (imec)" userId="2b8c287c-9613-46e4-a912-e941fed64953" providerId="ADAL" clId="{0470EF37-F7FF-5DF5-AC2F-C8087F43FA3D}" dt="2026-02-12T15:40:58.148" v="849" actId="207"/>
      <pc:docMkLst>
        <pc:docMk/>
      </pc:docMkLst>
      <pc:sldChg chg="modSp mod">
        <pc:chgData name="Johan Bergs (imec)" userId="2b8c287c-9613-46e4-a912-e941fed64953" providerId="ADAL" clId="{0470EF37-F7FF-5DF5-AC2F-C8087F43FA3D}" dt="2026-02-12T07:58:56.959" v="157" actId="255"/>
        <pc:sldMkLst>
          <pc:docMk/>
          <pc:sldMk cId="2323801077" sldId="257"/>
        </pc:sldMkLst>
        <pc:spChg chg="mod">
          <ac:chgData name="Johan Bergs (imec)" userId="2b8c287c-9613-46e4-a912-e941fed64953" providerId="ADAL" clId="{0470EF37-F7FF-5DF5-AC2F-C8087F43FA3D}" dt="2026-02-12T07:58:56.959" v="157" actId="255"/>
          <ac:spMkLst>
            <pc:docMk/>
            <pc:sldMk cId="2323801077" sldId="257"/>
            <ac:spMk id="2" creationId="{6F0C7654-B1F8-CB41-A11C-78EAAE0B4DB9}"/>
          </ac:spMkLst>
        </pc:spChg>
        <pc:spChg chg="mod">
          <ac:chgData name="Johan Bergs (imec)" userId="2b8c287c-9613-46e4-a912-e941fed64953" providerId="ADAL" clId="{0470EF37-F7FF-5DF5-AC2F-C8087F43FA3D}" dt="2026-02-12T07:58:24.003" v="121" actId="20577"/>
          <ac:spMkLst>
            <pc:docMk/>
            <pc:sldMk cId="2323801077" sldId="257"/>
            <ac:spMk id="3" creationId="{BE59F27B-4FA1-1945-B3AE-2234EB3F591F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55" v="194" actId="2696"/>
        <pc:sldMkLst>
          <pc:docMk/>
          <pc:sldMk cId="786479039" sldId="258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29:13.255" v="845" actId="962"/>
        <pc:sldMkLst>
          <pc:docMk/>
          <pc:sldMk cId="2455879796" sldId="258"/>
        </pc:sldMkLst>
        <pc:spChg chg="del mod ord">
          <ac:chgData name="Johan Bergs (imec)" userId="2b8c287c-9613-46e4-a912-e941fed64953" providerId="ADAL" clId="{0470EF37-F7FF-5DF5-AC2F-C8087F43FA3D}" dt="2026-02-12T08:04:43.155" v="211" actId="700"/>
          <ac:spMkLst>
            <pc:docMk/>
            <pc:sldMk cId="2455879796" sldId="258"/>
            <ac:spMk id="2" creationId="{35891CCF-65E7-82F5-A421-88A665F7370A}"/>
          </ac:spMkLst>
        </pc:spChg>
        <pc:spChg chg="del mod ord">
          <ac:chgData name="Johan Bergs (imec)" userId="2b8c287c-9613-46e4-a912-e941fed64953" providerId="ADAL" clId="{0470EF37-F7FF-5DF5-AC2F-C8087F43FA3D}" dt="2026-02-12T08:04:43.155" v="211" actId="700"/>
          <ac:spMkLst>
            <pc:docMk/>
            <pc:sldMk cId="2455879796" sldId="258"/>
            <ac:spMk id="3" creationId="{7143EE00-53A3-A8D2-97BC-7DAC944C5421}"/>
          </ac:spMkLst>
        </pc:spChg>
        <pc:spChg chg="add mod ord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4" creationId="{C6FDCE0D-63DE-7821-4273-017E610A07BE}"/>
          </ac:spMkLst>
        </pc:spChg>
        <pc:spChg chg="add del mod ord">
          <ac:chgData name="Johan Bergs (imec)" userId="2b8c287c-9613-46e4-a912-e941fed64953" providerId="ADAL" clId="{0470EF37-F7FF-5DF5-AC2F-C8087F43FA3D}" dt="2026-02-12T08:06:33.256" v="245" actId="20577"/>
          <ac:spMkLst>
            <pc:docMk/>
            <pc:sldMk cId="2455879796" sldId="258"/>
            <ac:spMk id="5" creationId="{A266FEA9-587E-0DB0-C6DB-458ED63D8703}"/>
          </ac:spMkLst>
        </pc:spChg>
        <pc:spChg chg="add del mod ord">
          <ac:chgData name="Johan Bergs (imec)" userId="2b8c287c-9613-46e4-a912-e941fed64953" providerId="ADAL" clId="{0470EF37-F7FF-5DF5-AC2F-C8087F43FA3D}" dt="2026-02-12T08:06:38.598" v="260" actId="20577"/>
          <ac:spMkLst>
            <pc:docMk/>
            <pc:sldMk cId="2455879796" sldId="258"/>
            <ac:spMk id="6" creationId="{EE036EEF-9611-35E6-7DAA-6DB073EA1B6C}"/>
          </ac:spMkLst>
        </pc:spChg>
        <pc:spChg chg="add del mod ord">
          <ac:chgData name="Johan Bergs (imec)" userId="2b8c287c-9613-46e4-a912-e941fed64953" providerId="ADAL" clId="{0470EF37-F7FF-5DF5-AC2F-C8087F43FA3D}" dt="2026-02-12T08:05:06.560" v="225"/>
          <ac:spMkLst>
            <pc:docMk/>
            <pc:sldMk cId="2455879796" sldId="258"/>
            <ac:spMk id="7" creationId="{A91EB488-A954-9BAB-23BE-17BB4C98D748}"/>
          </ac:spMkLst>
        </pc:spChg>
        <pc:spChg chg="add del mod ord">
          <ac:chgData name="Johan Bergs (imec)" userId="2b8c287c-9613-46e4-a912-e941fed64953" providerId="ADAL" clId="{0470EF37-F7FF-5DF5-AC2F-C8087F43FA3D}" dt="2026-02-12T08:05:12.794" v="226"/>
          <ac:spMkLst>
            <pc:docMk/>
            <pc:sldMk cId="2455879796" sldId="258"/>
            <ac:spMk id="8" creationId="{49558B09-23B2-F413-F162-69ECFDBDEF20}"/>
          </ac:spMkLst>
        </pc:spChg>
        <pc:spChg chg="add del mod">
          <ac:chgData name="Johan Bergs (imec)" userId="2b8c287c-9613-46e4-a912-e941fed64953" providerId="ADAL" clId="{0470EF37-F7FF-5DF5-AC2F-C8087F43FA3D}" dt="2026-02-12T08:05:46.918" v="230"/>
          <ac:spMkLst>
            <pc:docMk/>
            <pc:sldMk cId="2455879796" sldId="258"/>
            <ac:spMk id="12" creationId="{83AD673E-928E-243D-8E1F-5A69FA3B56B0}"/>
          </ac:spMkLst>
        </pc:spChg>
        <pc:spChg chg="add del mod">
          <ac:chgData name="Johan Bergs (imec)" userId="2b8c287c-9613-46e4-a912-e941fed64953" providerId="ADAL" clId="{0470EF37-F7FF-5DF5-AC2F-C8087F43FA3D}" dt="2026-02-12T08:23:59.743" v="826"/>
          <ac:spMkLst>
            <pc:docMk/>
            <pc:sldMk cId="2455879796" sldId="258"/>
            <ac:spMk id="14" creationId="{832DB830-1216-AFF5-F282-1756340EACE5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18" creationId="{135E65BC-DE60-549B-02BF-23FA8D4FD5DF}"/>
          </ac:spMkLst>
        </pc:spChg>
        <pc:spChg chg="add del mod">
          <ac:chgData name="Johan Bergs (imec)" userId="2b8c287c-9613-46e4-a912-e941fed64953" providerId="ADAL" clId="{0470EF37-F7FF-5DF5-AC2F-C8087F43FA3D}" dt="2026-02-12T08:24:26.598" v="830"/>
          <ac:spMkLst>
            <pc:docMk/>
            <pc:sldMk cId="2455879796" sldId="258"/>
            <ac:spMk id="19" creationId="{0201D1C2-1C35-DDC2-7000-0632BC688F21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20" creationId="{15E0C7C1-C1B5-D1E3-F1C1-642885264FDE}"/>
          </ac:spMkLst>
        </pc:spChg>
        <pc:spChg chg="add del">
          <ac:chgData name="Johan Bergs (imec)" userId="2b8c287c-9613-46e4-a912-e941fed64953" providerId="ADAL" clId="{0470EF37-F7FF-5DF5-AC2F-C8087F43FA3D}" dt="2026-02-12T08:06:04.719" v="232" actId="26606"/>
          <ac:spMkLst>
            <pc:docMk/>
            <pc:sldMk cId="2455879796" sldId="258"/>
            <ac:spMk id="22" creationId="{07BF5668-DE2D-5641-AD1B-0CF5197D5185}"/>
          </ac:spMkLst>
        </pc:spChg>
        <pc:spChg chg="add del mod">
          <ac:chgData name="Johan Bergs (imec)" userId="2b8c287c-9613-46e4-a912-e941fed64953" providerId="ADAL" clId="{0470EF37-F7FF-5DF5-AC2F-C8087F43FA3D}" dt="2026-02-12T08:25:40.058" v="833"/>
          <ac:spMkLst>
            <pc:docMk/>
            <pc:sldMk cId="2455879796" sldId="258"/>
            <ac:spMk id="24" creationId="{CF5A9B9F-6E17-B61C-9BAE-442F5E307105}"/>
          </ac:spMkLst>
        </pc:spChg>
        <pc:spChg chg="add del mod">
          <ac:chgData name="Johan Bergs (imec)" userId="2b8c287c-9613-46e4-a912-e941fed64953" providerId="ADAL" clId="{0470EF37-F7FF-5DF5-AC2F-C8087F43FA3D}" dt="2026-02-12T08:26:25.815" v="838"/>
          <ac:spMkLst>
            <pc:docMk/>
            <pc:sldMk cId="2455879796" sldId="258"/>
            <ac:spMk id="28" creationId="{C0DB1DF2-CCAE-FE6F-8CA7-C64540177A2A}"/>
          </ac:spMkLst>
        </pc:spChg>
        <pc:spChg chg="add del mod">
          <ac:chgData name="Johan Bergs (imec)" userId="2b8c287c-9613-46e4-a912-e941fed64953" providerId="ADAL" clId="{0470EF37-F7FF-5DF5-AC2F-C8087F43FA3D}" dt="2026-02-12T08:29:12.415" v="843"/>
          <ac:spMkLst>
            <pc:docMk/>
            <pc:sldMk cId="2455879796" sldId="258"/>
            <ac:spMk id="32" creationId="{08BE99CF-6052-B2F0-DA55-169E20163A97}"/>
          </ac:spMkLst>
        </pc:spChg>
        <pc:picChg chg="add del mod ord">
          <ac:chgData name="Johan Bergs (imec)" userId="2b8c287c-9613-46e4-a912-e941fed64953" providerId="ADAL" clId="{0470EF37-F7FF-5DF5-AC2F-C8087F43FA3D}" dt="2026-02-12T08:05:03.269" v="224" actId="34307"/>
          <ac:picMkLst>
            <pc:docMk/>
            <pc:sldMk cId="2455879796" sldId="258"/>
            <ac:picMk id="9" creationId="{6B7F441C-ED70-781F-E309-CA9F1D7FFE74}"/>
          </ac:picMkLst>
        </pc:picChg>
        <pc:picChg chg="add del mod ord">
          <ac:chgData name="Johan Bergs (imec)" userId="2b8c287c-9613-46e4-a912-e941fed64953" providerId="ADAL" clId="{0470EF37-F7FF-5DF5-AC2F-C8087F43FA3D}" dt="2026-02-12T08:24:05.394" v="829" actId="478"/>
          <ac:picMkLst>
            <pc:docMk/>
            <pc:sldMk cId="2455879796" sldId="258"/>
            <ac:picMk id="10" creationId="{D698C60D-A8BF-F243-2E5D-9CC527DA032F}"/>
          </ac:picMkLst>
        </pc:picChg>
        <pc:picChg chg="add del mod">
          <ac:chgData name="Johan Bergs (imec)" userId="2b8c287c-9613-46e4-a912-e941fed64953" providerId="ADAL" clId="{0470EF37-F7FF-5DF5-AC2F-C8087F43FA3D}" dt="2026-02-12T08:05:44.562" v="229" actId="478"/>
          <ac:picMkLst>
            <pc:docMk/>
            <pc:sldMk cId="2455879796" sldId="258"/>
            <ac:picMk id="11" creationId="{4961E00B-D439-EC54-8DBF-1AB4B333C0B2}"/>
          </ac:picMkLst>
        </pc:picChg>
        <pc:picChg chg="add del mod">
          <ac:chgData name="Johan Bergs (imec)" userId="2b8c287c-9613-46e4-a912-e941fed64953" providerId="ADAL" clId="{0470EF37-F7FF-5DF5-AC2F-C8087F43FA3D}" dt="2026-02-12T08:23:56.016" v="824" actId="478"/>
          <ac:picMkLst>
            <pc:docMk/>
            <pc:sldMk cId="2455879796" sldId="258"/>
            <ac:picMk id="13" creationId="{BECDE02C-4554-01B3-DDF2-C81596761397}"/>
          </ac:picMkLst>
        </pc:picChg>
        <pc:picChg chg="add mod ord">
          <ac:chgData name="Johan Bergs (imec)" userId="2b8c287c-9613-46e4-a912-e941fed64953" providerId="ADAL" clId="{0470EF37-F7FF-5DF5-AC2F-C8087F43FA3D}" dt="2026-02-12T08:24:00.704" v="828" actId="962"/>
          <ac:picMkLst>
            <pc:docMk/>
            <pc:sldMk cId="2455879796" sldId="258"/>
            <ac:picMk id="16" creationId="{7320CD9F-8542-ED8D-CEE6-25F588EFB85C}"/>
          </ac:picMkLst>
        </pc:picChg>
        <pc:picChg chg="add del mod">
          <ac:chgData name="Johan Bergs (imec)" userId="2b8c287c-9613-46e4-a912-e941fed64953" providerId="ADAL" clId="{0470EF37-F7FF-5DF5-AC2F-C8087F43FA3D}" dt="2026-02-12T08:24:28.083" v="831" actId="478"/>
          <ac:picMkLst>
            <pc:docMk/>
            <pc:sldMk cId="2455879796" sldId="258"/>
            <ac:picMk id="21" creationId="{5C3A50C0-F1FF-1E37-A6C8-C0A7B5737B01}"/>
          </ac:picMkLst>
        </pc:picChg>
        <pc:picChg chg="add del mod ord">
          <ac:chgData name="Johan Bergs (imec)" userId="2b8c287c-9613-46e4-a912-e941fed64953" providerId="ADAL" clId="{0470EF37-F7FF-5DF5-AC2F-C8087F43FA3D}" dt="2026-02-12T08:25:42.325" v="836" actId="478"/>
          <ac:picMkLst>
            <pc:docMk/>
            <pc:sldMk cId="2455879796" sldId="258"/>
            <ac:picMk id="26" creationId="{A3D08B04-4A7F-3406-E350-AC5691A987CE}"/>
          </ac:picMkLst>
        </pc:picChg>
        <pc:picChg chg="add del mod ord">
          <ac:chgData name="Johan Bergs (imec)" userId="2b8c287c-9613-46e4-a912-e941fed64953" providerId="ADAL" clId="{0470EF37-F7FF-5DF5-AC2F-C8087F43FA3D}" dt="2026-02-12T08:26:49.027" v="841" actId="478"/>
          <ac:picMkLst>
            <pc:docMk/>
            <pc:sldMk cId="2455879796" sldId="258"/>
            <ac:picMk id="30" creationId="{C3104871-A12C-CED0-B1C1-912A835E8729}"/>
          </ac:picMkLst>
        </pc:picChg>
        <pc:picChg chg="add mod ord">
          <ac:chgData name="Johan Bergs (imec)" userId="2b8c287c-9613-46e4-a912-e941fed64953" providerId="ADAL" clId="{0470EF37-F7FF-5DF5-AC2F-C8087F43FA3D}" dt="2026-02-12T08:29:13.255" v="845" actId="962"/>
          <ac:picMkLst>
            <pc:docMk/>
            <pc:sldMk cId="2455879796" sldId="258"/>
            <ac:picMk id="34" creationId="{F6D5F704-3054-63CF-E0E7-DA6B33448C7F}"/>
          </ac:picMkLst>
        </pc:picChg>
      </pc:sldChg>
      <pc:sldChg chg="addSp delSp modSp new del mod modClrScheme chgLayout">
        <pc:chgData name="Johan Bergs (imec)" userId="2b8c287c-9613-46e4-a912-e941fed64953" providerId="ADAL" clId="{0470EF37-F7FF-5DF5-AC2F-C8087F43FA3D}" dt="2026-02-12T08:03:51.859" v="177" actId="680"/>
        <pc:sldMkLst>
          <pc:docMk/>
          <pc:sldMk cId="3668370339" sldId="258"/>
        </pc:sldMkLst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2" creationId="{D72D1059-9E74-6B1A-8564-0EFB7F1A9FA2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3" creationId="{C8470A10-4E35-2170-91FF-7F7428A81C0A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4" creationId="{3C6B1A6D-D6CF-4DE8-9F7E-6BDDEB347E11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5" creationId="{B0BA87D4-F477-2CA4-57E8-5E2F8F706D63}"/>
          </ac:spMkLst>
        </pc:spChg>
        <pc:spChg chg="add del mod ord">
          <ac:chgData name="Johan Bergs (imec)" userId="2b8c287c-9613-46e4-a912-e941fed64953" providerId="ADAL" clId="{0470EF37-F7FF-5DF5-AC2F-C8087F43FA3D}" dt="2026-02-12T08:03:51.467" v="176" actId="700"/>
          <ac:spMkLst>
            <pc:docMk/>
            <pc:sldMk cId="3668370339" sldId="258"/>
            <ac:spMk id="6" creationId="{3752686B-DBAC-D9D5-231A-AE79D6DA55D3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91" v="209" actId="2696"/>
        <pc:sldMkLst>
          <pc:docMk/>
          <pc:sldMk cId="964587325" sldId="259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15:27:25.463" v="848" actId="20577"/>
        <pc:sldMkLst>
          <pc:docMk/>
          <pc:sldMk cId="1573552835" sldId="259"/>
        </pc:sldMkLst>
        <pc:spChg chg="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2" creationId="{F1C1BFFE-87C2-3FF1-741C-531B9C15D8DA}"/>
          </ac:spMkLst>
        </pc:spChg>
        <pc:spChg chg="del 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3" creationId="{AE9A0FC6-4F7C-F9B3-B649-7BD05AE6A84E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4" creationId="{0837EBEA-8E59-A174-F830-BC1B669806CD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5" creationId="{24DFDB94-312D-07D3-54FD-4206F590B6AD}"/>
          </ac:spMkLst>
        </pc:spChg>
        <pc:spChg chg="del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6" creationId="{FF959847-FF37-49CF-9C54-C5BAFC52CA84}"/>
          </ac:spMkLst>
        </pc:spChg>
        <pc:spChg chg="del mod ord">
          <ac:chgData name="Johan Bergs (imec)" userId="2b8c287c-9613-46e4-a912-e941fed64953" providerId="ADAL" clId="{0470EF37-F7FF-5DF5-AC2F-C8087F43FA3D}" dt="2026-02-12T08:06:54.300" v="262" actId="700"/>
          <ac:spMkLst>
            <pc:docMk/>
            <pc:sldMk cId="1573552835" sldId="259"/>
            <ac:spMk id="7" creationId="{E6E359F0-EE6B-FA1C-5EDB-9D82BB6C66FF}"/>
          </ac:spMkLst>
        </pc:spChg>
        <pc:spChg chg="add mod ord">
          <ac:chgData name="Johan Bergs (imec)" userId="2b8c287c-9613-46e4-a912-e941fed64953" providerId="ADAL" clId="{0470EF37-F7FF-5DF5-AC2F-C8087F43FA3D}" dt="2026-02-12T08:07:00.978" v="263"/>
          <ac:spMkLst>
            <pc:docMk/>
            <pc:sldMk cId="1573552835" sldId="259"/>
            <ac:spMk id="8" creationId="{99440EBE-23FE-85F9-B732-B05CD0027044}"/>
          </ac:spMkLst>
        </pc:spChg>
        <pc:spChg chg="add mod ord">
          <ac:chgData name="Johan Bergs (imec)" userId="2b8c287c-9613-46e4-a912-e941fed64953" providerId="ADAL" clId="{0470EF37-F7FF-5DF5-AC2F-C8087F43FA3D}" dt="2026-02-12T15:27:25.463" v="848" actId="20577"/>
          <ac:spMkLst>
            <pc:docMk/>
            <pc:sldMk cId="1573552835" sldId="259"/>
            <ac:spMk id="9" creationId="{13884088-731D-0014-3036-F78ABB71169B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0" v="195" actId="2696"/>
        <pc:sldMkLst>
          <pc:docMk/>
          <pc:sldMk cId="772609293" sldId="260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12:35.037" v="378" actId="20577"/>
        <pc:sldMkLst>
          <pc:docMk/>
          <pc:sldMk cId="1144389006" sldId="260"/>
        </pc:sldMkLst>
        <pc:spChg chg="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2" creationId="{878BFAFD-BD7F-8AF0-0D70-0AED9AA8E53A}"/>
          </ac:spMkLst>
        </pc:spChg>
        <pc:spChg chg="del 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3" creationId="{1C77D649-0F32-E65C-3A39-A20A6B8867C6}"/>
          </ac:spMkLst>
        </pc:spChg>
        <pc:spChg chg="del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4" creationId="{56E5A817-0F1E-A1A1-A34E-E086888025DA}"/>
          </ac:spMkLst>
        </pc:spChg>
        <pc:spChg chg="del mod ord">
          <ac:chgData name="Johan Bergs (imec)" userId="2b8c287c-9613-46e4-a912-e941fed64953" providerId="ADAL" clId="{0470EF37-F7FF-5DF5-AC2F-C8087F43FA3D}" dt="2026-02-12T08:07:26.883" v="268" actId="700"/>
          <ac:spMkLst>
            <pc:docMk/>
            <pc:sldMk cId="1144389006" sldId="260"/>
            <ac:spMk id="5" creationId="{D6095D1D-EF1E-6C78-6FB4-4F70D903509E}"/>
          </ac:spMkLst>
        </pc:spChg>
        <pc:spChg chg="add mod ord">
          <ac:chgData name="Johan Bergs (imec)" userId="2b8c287c-9613-46e4-a912-e941fed64953" providerId="ADAL" clId="{0470EF37-F7FF-5DF5-AC2F-C8087F43FA3D}" dt="2026-02-12T08:07:49.071" v="273"/>
          <ac:spMkLst>
            <pc:docMk/>
            <pc:sldMk cId="1144389006" sldId="260"/>
            <ac:spMk id="6" creationId="{B1F3C7AA-1BD7-FE47-B55D-78E4C7E81236}"/>
          </ac:spMkLst>
        </pc:spChg>
        <pc:spChg chg="add mod ord">
          <ac:chgData name="Johan Bergs (imec)" userId="2b8c287c-9613-46e4-a912-e941fed64953" providerId="ADAL" clId="{0470EF37-F7FF-5DF5-AC2F-C8087F43FA3D}" dt="2026-02-12T08:12:35.037" v="378" actId="20577"/>
          <ac:spMkLst>
            <pc:docMk/>
            <pc:sldMk cId="1144389006" sldId="260"/>
            <ac:spMk id="7" creationId="{06E80BE4-D521-6307-2B47-839D249293CF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2" v="196" actId="2696"/>
        <pc:sldMkLst>
          <pc:docMk/>
          <pc:sldMk cId="557475416" sldId="261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08:21:15.109" v="794" actId="207"/>
        <pc:sldMkLst>
          <pc:docMk/>
          <pc:sldMk cId="1889085483" sldId="261"/>
        </pc:sldMkLst>
        <pc:spChg chg="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2" creationId="{B0FDCC59-0CC3-DEC3-9865-B8C7715B0949}"/>
          </ac:spMkLst>
        </pc:spChg>
        <pc:spChg chg="del mod ord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3" creationId="{F83FB59F-5259-FF18-7BB3-598AB3B55FF4}"/>
          </ac:spMkLst>
        </pc:spChg>
        <pc:spChg chg="del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4" creationId="{4EA613B0-F723-2928-5F24-64C7A562AEF7}"/>
          </ac:spMkLst>
        </pc:spChg>
        <pc:spChg chg="del mod ord">
          <ac:chgData name="Johan Bergs (imec)" userId="2b8c287c-9613-46e4-a912-e941fed64953" providerId="ADAL" clId="{0470EF37-F7FF-5DF5-AC2F-C8087F43FA3D}" dt="2026-02-12T08:09:24.159" v="283" actId="700"/>
          <ac:spMkLst>
            <pc:docMk/>
            <pc:sldMk cId="1889085483" sldId="261"/>
            <ac:spMk id="5" creationId="{6DFE7E06-7458-5CD1-708C-E917C9EB3D1D}"/>
          </ac:spMkLst>
        </pc:spChg>
        <pc:spChg chg="add del mod ord">
          <ac:chgData name="Johan Bergs (imec)" userId="2b8c287c-9613-46e4-a912-e941fed64953" providerId="ADAL" clId="{0470EF37-F7FF-5DF5-AC2F-C8087F43FA3D}" dt="2026-02-12T08:12:52.605" v="379" actId="700"/>
          <ac:spMkLst>
            <pc:docMk/>
            <pc:sldMk cId="1889085483" sldId="261"/>
            <ac:spMk id="6" creationId="{C78A57A9-34F9-0A89-F586-1210E582ADC1}"/>
          </ac:spMkLst>
        </pc:spChg>
        <pc:spChg chg="add del mod ord">
          <ac:chgData name="Johan Bergs (imec)" userId="2b8c287c-9613-46e4-a912-e941fed64953" providerId="ADAL" clId="{0470EF37-F7FF-5DF5-AC2F-C8087F43FA3D}" dt="2026-02-12T08:12:52.605" v="379" actId="700"/>
          <ac:spMkLst>
            <pc:docMk/>
            <pc:sldMk cId="1889085483" sldId="261"/>
            <ac:spMk id="7" creationId="{E52808FA-24E2-3B74-8F16-2F0D437EB5BD}"/>
          </ac:spMkLst>
        </pc:spChg>
        <pc:spChg chg="add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8" creationId="{87CEA9BA-A0E3-895F-D18C-5D86CD1B449F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9" creationId="{E7B6253F-75AB-FED3-066C-C93AB12F7DEE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0" creationId="{96C283E3-7B33-96B4-7712-9305519B7FD0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1" creationId="{AF520227-6CD2-236F-6951-4C8750FEE4AE}"/>
          </ac:spMkLst>
        </pc:spChg>
        <pc:spChg chg="add del mod ord">
          <ac:chgData name="Johan Bergs (imec)" userId="2b8c287c-9613-46e4-a912-e941fed64953" providerId="ADAL" clId="{0470EF37-F7FF-5DF5-AC2F-C8087F43FA3D}" dt="2026-02-12T08:13:07.813" v="380" actId="3680"/>
          <ac:spMkLst>
            <pc:docMk/>
            <pc:sldMk cId="1889085483" sldId="261"/>
            <ac:spMk id="12" creationId="{3DF82834-6843-43A5-2DF3-7FAA36EFFDD3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3" creationId="{A7D5B7E9-67C2-0E24-5117-A4E926A9EC09}"/>
          </ac:spMkLst>
        </pc:spChg>
        <pc:spChg chg="add del mod ord">
          <ac:chgData name="Johan Bergs (imec)" userId="2b8c287c-9613-46e4-a912-e941fed64953" providerId="ADAL" clId="{0470EF37-F7FF-5DF5-AC2F-C8087F43FA3D}" dt="2026-02-12T08:18:27.240" v="587" actId="700"/>
          <ac:spMkLst>
            <pc:docMk/>
            <pc:sldMk cId="1889085483" sldId="261"/>
            <ac:spMk id="14" creationId="{86BC4CD4-8685-10B7-9486-76E0355FE0EF}"/>
          </ac:spMkLst>
        </pc:spChg>
        <pc:spChg chg="add mod ord">
          <ac:chgData name="Johan Bergs (imec)" userId="2b8c287c-9613-46e4-a912-e941fed64953" providerId="ADAL" clId="{0470EF37-F7FF-5DF5-AC2F-C8087F43FA3D}" dt="2026-02-12T08:18:32.116" v="594" actId="20577"/>
          <ac:spMkLst>
            <pc:docMk/>
            <pc:sldMk cId="1889085483" sldId="261"/>
            <ac:spMk id="16" creationId="{CE47C8BB-4A9B-8CC0-5371-3755CF45731A}"/>
          </ac:spMkLst>
        </pc:spChg>
        <pc:spChg chg="add mod ord">
          <ac:chgData name="Johan Bergs (imec)" userId="2b8c287c-9613-46e4-a912-e941fed64953" providerId="ADAL" clId="{0470EF37-F7FF-5DF5-AC2F-C8087F43FA3D}" dt="2026-02-12T08:18:35.539" v="603" actId="20577"/>
          <ac:spMkLst>
            <pc:docMk/>
            <pc:sldMk cId="1889085483" sldId="261"/>
            <ac:spMk id="17" creationId="{A204C8D8-76AF-65AF-DCA5-AFE3D0DD8F71}"/>
          </ac:spMkLst>
        </pc:spChg>
        <pc:spChg chg="add del mod ord">
          <ac:chgData name="Johan Bergs (imec)" userId="2b8c287c-9613-46e4-a912-e941fed64953" providerId="ADAL" clId="{0470EF37-F7FF-5DF5-AC2F-C8087F43FA3D}" dt="2026-02-12T08:18:50.949" v="604" actId="3680"/>
          <ac:spMkLst>
            <pc:docMk/>
            <pc:sldMk cId="1889085483" sldId="261"/>
            <ac:spMk id="18" creationId="{5A7C7C37-3CAA-4027-C108-5B84EA6E1780}"/>
          </ac:spMkLst>
        </pc:spChg>
        <pc:graphicFrameChg chg="add mod ord modGraphic">
          <ac:chgData name="Johan Bergs (imec)" userId="2b8c287c-9613-46e4-a912-e941fed64953" providerId="ADAL" clId="{0470EF37-F7FF-5DF5-AC2F-C8087F43FA3D}" dt="2026-02-12T08:14:03.660" v="468" actId="20577"/>
          <ac:graphicFrameMkLst>
            <pc:docMk/>
            <pc:sldMk cId="1889085483" sldId="261"/>
            <ac:graphicFrameMk id="15" creationId="{FE05C258-FE25-BA11-9D0C-BDB78D7BE4AC}"/>
          </ac:graphicFrameMkLst>
        </pc:graphicFrameChg>
        <pc:graphicFrameChg chg="add mod ord modGraphic">
          <ac:chgData name="Johan Bergs (imec)" userId="2b8c287c-9613-46e4-a912-e941fed64953" providerId="ADAL" clId="{0470EF37-F7FF-5DF5-AC2F-C8087F43FA3D}" dt="2026-02-12T08:21:15.109" v="794" actId="207"/>
          <ac:graphicFrameMkLst>
            <pc:docMk/>
            <pc:sldMk cId="1889085483" sldId="261"/>
            <ac:graphicFrameMk id="19" creationId="{7A95E9E9-AFE6-9763-FD6B-3FF3942B4768}"/>
          </ac:graphicFrameMkLst>
        </pc:graphicFrameChg>
      </pc:sldChg>
      <pc:sldChg chg="add del">
        <pc:chgData name="Johan Bergs (imec)" userId="2b8c287c-9613-46e4-a912-e941fed64953" providerId="ADAL" clId="{0470EF37-F7FF-5DF5-AC2F-C8087F43FA3D}" dt="2026-02-12T08:04:31.268" v="202" actId="2696"/>
        <pc:sldMkLst>
          <pc:docMk/>
          <pc:sldMk cId="902727841" sldId="262"/>
        </pc:sldMkLst>
      </pc:sldChg>
      <pc:sldChg chg="addSp delSp modSp new mod ord modClrScheme chgLayout">
        <pc:chgData name="Johan Bergs (imec)" userId="2b8c287c-9613-46e4-a912-e941fed64953" providerId="ADAL" clId="{0470EF37-F7FF-5DF5-AC2F-C8087F43FA3D}" dt="2026-02-12T08:29:41.653" v="846" actId="20578"/>
        <pc:sldMkLst>
          <pc:docMk/>
          <pc:sldMk cId="1685646569" sldId="262"/>
        </pc:sldMkLst>
        <pc:spChg chg="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2" creationId="{19519A04-C648-21AE-86AF-7BC2BC81D4EF}"/>
          </ac:spMkLst>
        </pc:spChg>
        <pc:spChg chg="del 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3" creationId="{DB13AAD1-634A-0D04-AC52-7A3562B260C8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4" creationId="{FD1DF008-3D8A-3AF3-1D71-200788FCF43C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5" creationId="{EE2E29A8-D98E-B769-E35B-61ABA5C2A3B1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6" creationId="{F33CB545-0CAA-BFA9-62B8-3242BA181E46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7" creationId="{E2F0E729-0EAC-0E81-4A30-67CAE9E9D8A1}"/>
          </ac:spMkLst>
        </pc:spChg>
        <pc:spChg chg="del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8" creationId="{913B7CCD-A0ED-681A-768A-92EFCCA39F3A}"/>
          </ac:spMkLst>
        </pc:spChg>
        <pc:spChg chg="mod ord">
          <ac:chgData name="Johan Bergs (imec)" userId="2b8c287c-9613-46e4-a912-e941fed64953" providerId="ADAL" clId="{0470EF37-F7FF-5DF5-AC2F-C8087F43FA3D}" dt="2026-02-12T08:14:18.220" v="483" actId="700"/>
          <ac:spMkLst>
            <pc:docMk/>
            <pc:sldMk cId="1685646569" sldId="262"/>
            <ac:spMk id="9" creationId="{024CC1D5-C687-D1CD-D3CE-2D30F6E169AF}"/>
          </ac:spMkLst>
        </pc:spChg>
        <pc:spChg chg="add mod ord">
          <ac:chgData name="Johan Bergs (imec)" userId="2b8c287c-9613-46e4-a912-e941fed64953" providerId="ADAL" clId="{0470EF37-F7FF-5DF5-AC2F-C8087F43FA3D}" dt="2026-02-12T08:16:29.326" v="557" actId="14"/>
          <ac:spMkLst>
            <pc:docMk/>
            <pc:sldMk cId="1685646569" sldId="262"/>
            <ac:spMk id="10" creationId="{F13AB254-3119-50D0-C0C8-6AF780D17750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67" v="200" actId="2696"/>
        <pc:sldMkLst>
          <pc:docMk/>
          <pc:sldMk cId="2312757786" sldId="263"/>
        </pc:sldMkLst>
      </pc:sldChg>
      <pc:sldChg chg="addSp delSp modSp new mod modClrScheme chgLayout">
        <pc:chgData name="Johan Bergs (imec)" userId="2b8c287c-9613-46e4-a912-e941fed64953" providerId="ADAL" clId="{0470EF37-F7FF-5DF5-AC2F-C8087F43FA3D}" dt="2026-02-12T15:40:58.148" v="849" actId="207"/>
        <pc:sldMkLst>
          <pc:docMk/>
          <pc:sldMk cId="3993496431" sldId="263"/>
        </pc:sldMkLst>
        <pc:spChg chg="mod ord">
          <ac:chgData name="Johan Bergs (imec)" userId="2b8c287c-9613-46e4-a912-e941fed64953" providerId="ADAL" clId="{0470EF37-F7FF-5DF5-AC2F-C8087F43FA3D}" dt="2026-02-12T08:17:41.568" v="564" actId="700"/>
          <ac:spMkLst>
            <pc:docMk/>
            <pc:sldMk cId="3993496431" sldId="263"/>
            <ac:spMk id="2" creationId="{1E109696-3502-4C94-3571-4FACE2B1D72B}"/>
          </ac:spMkLst>
        </pc:spChg>
        <pc:spChg chg="del mod ord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3" creationId="{51B81E0E-FFB3-885B-21C2-3BC3E1ECB8A2}"/>
          </ac:spMkLst>
        </pc:spChg>
        <pc:spChg chg="del mod ord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4" creationId="{1C832C09-AC25-E994-B596-D8AC9642C0C4}"/>
          </ac:spMkLst>
        </pc:spChg>
        <pc:spChg chg="del">
          <ac:chgData name="Johan Bergs (imec)" userId="2b8c287c-9613-46e4-a912-e941fed64953" providerId="ADAL" clId="{0470EF37-F7FF-5DF5-AC2F-C8087F43FA3D}" dt="2026-02-12T08:16:51.535" v="559" actId="700"/>
          <ac:spMkLst>
            <pc:docMk/>
            <pc:sldMk cId="3993496431" sldId="263"/>
            <ac:spMk id="5" creationId="{E3991760-D695-7E07-8DFA-1C405304638C}"/>
          </ac:spMkLst>
        </pc:spChg>
        <pc:spChg chg="add del mod ord">
          <ac:chgData name="Johan Bergs (imec)" userId="2b8c287c-9613-46e4-a912-e941fed64953" providerId="ADAL" clId="{0470EF37-F7FF-5DF5-AC2F-C8087F43FA3D}" dt="2026-02-12T08:17:11.859" v="560" actId="700"/>
          <ac:spMkLst>
            <pc:docMk/>
            <pc:sldMk cId="3993496431" sldId="263"/>
            <ac:spMk id="6" creationId="{8291B9A2-9A3C-BEC3-292E-6301AAEC2979}"/>
          </ac:spMkLst>
        </pc:spChg>
        <pc:spChg chg="add del mod ord">
          <ac:chgData name="Johan Bergs (imec)" userId="2b8c287c-9613-46e4-a912-e941fed64953" providerId="ADAL" clId="{0470EF37-F7FF-5DF5-AC2F-C8087F43FA3D}" dt="2026-02-12T08:17:11.859" v="560" actId="700"/>
          <ac:spMkLst>
            <pc:docMk/>
            <pc:sldMk cId="3993496431" sldId="263"/>
            <ac:spMk id="7" creationId="{2E618C20-1A65-6724-7607-2DD81797AC47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8" creationId="{1070746D-B003-1F76-02D3-8637B188495E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9" creationId="{6A0BE5C7-DE5E-29F7-2A38-3F689EE16624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0" creationId="{781CD0B4-0070-7D8D-0921-6D981A61E0A2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1" creationId="{5F6C2D3F-45C2-0874-C219-E3B4A193D426}"/>
          </ac:spMkLst>
        </pc:spChg>
        <pc:spChg chg="add del mod ord">
          <ac:chgData name="Johan Bergs (imec)" userId="2b8c287c-9613-46e4-a912-e941fed64953" providerId="ADAL" clId="{0470EF37-F7FF-5DF5-AC2F-C8087F43FA3D}" dt="2026-02-12T08:17:38.952" v="563" actId="700"/>
          <ac:spMkLst>
            <pc:docMk/>
            <pc:sldMk cId="3993496431" sldId="263"/>
            <ac:spMk id="12" creationId="{E8FC9180-D186-E19F-370A-DE38F733E58A}"/>
          </ac:spMkLst>
        </pc:spChg>
        <pc:spChg chg="add mod ord">
          <ac:chgData name="Johan Bergs (imec)" userId="2b8c287c-9613-46e4-a912-e941fed64953" providerId="ADAL" clId="{0470EF37-F7FF-5DF5-AC2F-C8087F43FA3D}" dt="2026-02-12T08:17:45.745" v="572" actId="20577"/>
          <ac:spMkLst>
            <pc:docMk/>
            <pc:sldMk cId="3993496431" sldId="263"/>
            <ac:spMk id="14" creationId="{F1E6E984-FD38-83B8-49FC-83A56B3B86F8}"/>
          </ac:spMkLst>
        </pc:spChg>
        <pc:spChg chg="add mod ord">
          <ac:chgData name="Johan Bergs (imec)" userId="2b8c287c-9613-46e4-a912-e941fed64953" providerId="ADAL" clId="{0470EF37-F7FF-5DF5-AC2F-C8087F43FA3D}" dt="2026-02-12T08:17:41.568" v="564" actId="700"/>
          <ac:spMkLst>
            <pc:docMk/>
            <pc:sldMk cId="3993496431" sldId="263"/>
            <ac:spMk id="15" creationId="{95C2A284-5566-535B-38CC-6E42CA7A35F7}"/>
          </ac:spMkLst>
        </pc:spChg>
        <pc:graphicFrameChg chg="add del mod ord modGraphic">
          <ac:chgData name="Johan Bergs (imec)" userId="2b8c287c-9613-46e4-a912-e941fed64953" providerId="ADAL" clId="{0470EF37-F7FF-5DF5-AC2F-C8087F43FA3D}" dt="2026-02-12T08:17:31.767" v="562" actId="3680"/>
          <ac:graphicFrameMkLst>
            <pc:docMk/>
            <pc:sldMk cId="3993496431" sldId="263"/>
            <ac:graphicFrameMk id="13" creationId="{622BF6AF-4090-1625-0444-F3638CDE4699}"/>
          </ac:graphicFrameMkLst>
        </pc:graphicFrameChg>
        <pc:graphicFrameChg chg="add mod modGraphic">
          <ac:chgData name="Johan Bergs (imec)" userId="2b8c287c-9613-46e4-a912-e941fed64953" providerId="ADAL" clId="{0470EF37-F7FF-5DF5-AC2F-C8087F43FA3D}" dt="2026-02-12T15:40:58.148" v="849" actId="207"/>
          <ac:graphicFrameMkLst>
            <pc:docMk/>
            <pc:sldMk cId="3993496431" sldId="263"/>
            <ac:graphicFrameMk id="16" creationId="{8688412F-033F-DD2C-E2DC-FF2D040ECDD4}"/>
          </ac:graphicFrameMkLst>
        </pc:graphicFrameChg>
      </pc:sldChg>
      <pc:sldChg chg="addSp delSp modSp new mod modClrScheme chgLayout">
        <pc:chgData name="Johan Bergs (imec)" userId="2b8c287c-9613-46e4-a912-e941fed64953" providerId="ADAL" clId="{0470EF37-F7FF-5DF5-AC2F-C8087F43FA3D}" dt="2026-02-12T08:22:08.344" v="823" actId="20577"/>
        <pc:sldMkLst>
          <pc:docMk/>
          <pc:sldMk cId="2055820622" sldId="264"/>
        </pc:sldMkLst>
        <pc:spChg chg="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2" creationId="{872011C2-6AAF-6D45-665A-A71A5065C32B}"/>
          </ac:spMkLst>
        </pc:spChg>
        <pc:spChg chg="del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3" creationId="{6A93C59B-685A-3CC1-1EE3-F203904B5074}"/>
          </ac:spMkLst>
        </pc:spChg>
        <pc:spChg chg="del mod ord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4" creationId="{DF91A920-506A-0B75-12BA-60B2D4862207}"/>
          </ac:spMkLst>
        </pc:spChg>
        <pc:spChg chg="del">
          <ac:chgData name="Johan Bergs (imec)" userId="2b8c287c-9613-46e4-a912-e941fed64953" providerId="ADAL" clId="{0470EF37-F7FF-5DF5-AC2F-C8087F43FA3D}" dt="2026-02-12T08:21:36.303" v="796" actId="700"/>
          <ac:spMkLst>
            <pc:docMk/>
            <pc:sldMk cId="2055820622" sldId="264"/>
            <ac:spMk id="5" creationId="{1AD9BAF6-501F-F683-3E91-D7022EEC3E8F}"/>
          </ac:spMkLst>
        </pc:spChg>
        <pc:spChg chg="add del mod ord">
          <ac:chgData name="Johan Bergs (imec)" userId="2b8c287c-9613-46e4-a912-e941fed64953" providerId="ADAL" clId="{0470EF37-F7FF-5DF5-AC2F-C8087F43FA3D}" dt="2026-02-12T08:21:44.204" v="797" actId="700"/>
          <ac:spMkLst>
            <pc:docMk/>
            <pc:sldMk cId="2055820622" sldId="264"/>
            <ac:spMk id="6" creationId="{8213B9E1-5F87-F070-D278-AEEBC0175F9D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7" creationId="{0762B51F-6BB2-95FE-382A-838E5EB92AF1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8" creationId="{175BC819-E0A4-DF6E-6D3C-6F983BF43F95}"/>
          </ac:spMkLst>
        </pc:spChg>
        <pc:spChg chg="add del mod ord">
          <ac:chgData name="Johan Bergs (imec)" userId="2b8c287c-9613-46e4-a912-e941fed64953" providerId="ADAL" clId="{0470EF37-F7FF-5DF5-AC2F-C8087F43FA3D}" dt="2026-02-12T08:21:52.473" v="798" actId="700"/>
          <ac:spMkLst>
            <pc:docMk/>
            <pc:sldMk cId="2055820622" sldId="264"/>
            <ac:spMk id="9" creationId="{5D9AB924-965E-AD17-974B-CCDF296401CA}"/>
          </ac:spMkLst>
        </pc:spChg>
        <pc:spChg chg="add del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0" creationId="{CE5D5C2A-4F03-D905-E973-0B01E38841DF}"/>
          </ac:spMkLst>
        </pc:spChg>
        <pc:spChg chg="add del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1" creationId="{9C1AEC44-09FA-C67E-1303-D7A659EEB580}"/>
          </ac:spMkLst>
        </pc:spChg>
        <pc:spChg chg="add mod ord">
          <ac:chgData name="Johan Bergs (imec)" userId="2b8c287c-9613-46e4-a912-e941fed64953" providerId="ADAL" clId="{0470EF37-F7FF-5DF5-AC2F-C8087F43FA3D}" dt="2026-02-12T08:22:08.344" v="823" actId="20577"/>
          <ac:spMkLst>
            <pc:docMk/>
            <pc:sldMk cId="2055820622" sldId="264"/>
            <ac:spMk id="12" creationId="{625E10FC-E5BA-1E83-7F77-D96DC3083DD1}"/>
          </ac:spMkLst>
        </pc:spChg>
        <pc:spChg chg="add mod ord">
          <ac:chgData name="Johan Bergs (imec)" userId="2b8c287c-9613-46e4-a912-e941fed64953" providerId="ADAL" clId="{0470EF37-F7FF-5DF5-AC2F-C8087F43FA3D}" dt="2026-02-12T08:21:56.186" v="799" actId="700"/>
          <ac:spMkLst>
            <pc:docMk/>
            <pc:sldMk cId="2055820622" sldId="264"/>
            <ac:spMk id="13" creationId="{D11DE301-9A75-5930-41C5-40FB8A15A9DE}"/>
          </ac:spMkLst>
        </pc:spChg>
      </pc:sldChg>
      <pc:sldChg chg="add del">
        <pc:chgData name="Johan Bergs (imec)" userId="2b8c287c-9613-46e4-a912-e941fed64953" providerId="ADAL" clId="{0470EF37-F7FF-5DF5-AC2F-C8087F43FA3D}" dt="2026-02-12T08:04:31.280" v="205" actId="2696"/>
        <pc:sldMkLst>
          <pc:docMk/>
          <pc:sldMk cId="2120417566" sldId="264"/>
        </pc:sldMkLst>
      </pc:sldChg>
      <pc:sldChg chg="add del">
        <pc:chgData name="Johan Bergs (imec)" userId="2b8c287c-9613-46e4-a912-e941fed64953" providerId="ADAL" clId="{0470EF37-F7FF-5DF5-AC2F-C8087F43FA3D}" dt="2026-02-12T08:04:31.264" v="198" actId="2696"/>
        <pc:sldMkLst>
          <pc:docMk/>
          <pc:sldMk cId="2935644132" sldId="265"/>
        </pc:sldMkLst>
      </pc:sldChg>
      <pc:sldChg chg="add del">
        <pc:chgData name="Johan Bergs (imec)" userId="2b8c287c-9613-46e4-a912-e941fed64953" providerId="ADAL" clId="{0470EF37-F7FF-5DF5-AC2F-C8087F43FA3D}" dt="2026-02-12T08:04:31.267" v="201" actId="2696"/>
        <pc:sldMkLst>
          <pc:docMk/>
          <pc:sldMk cId="3959452104" sldId="266"/>
        </pc:sldMkLst>
      </pc:sldChg>
      <pc:sldChg chg="add del">
        <pc:chgData name="Johan Bergs (imec)" userId="2b8c287c-9613-46e4-a912-e941fed64953" providerId="ADAL" clId="{0470EF37-F7FF-5DF5-AC2F-C8087F43FA3D}" dt="2026-02-12T08:04:31.265" v="199" actId="2696"/>
        <pc:sldMkLst>
          <pc:docMk/>
          <pc:sldMk cId="131203000" sldId="267"/>
        </pc:sldMkLst>
      </pc:sldChg>
      <pc:sldChg chg="add del">
        <pc:chgData name="Johan Bergs (imec)" userId="2b8c287c-9613-46e4-a912-e941fed64953" providerId="ADAL" clId="{0470EF37-F7FF-5DF5-AC2F-C8087F43FA3D}" dt="2026-02-12T08:04:31.281" v="206" actId="2696"/>
        <pc:sldMkLst>
          <pc:docMk/>
          <pc:sldMk cId="2337111577" sldId="268"/>
        </pc:sldMkLst>
      </pc:sldChg>
      <pc:sldChg chg="add del">
        <pc:chgData name="Johan Bergs (imec)" userId="2b8c287c-9613-46e4-a912-e941fed64953" providerId="ADAL" clId="{0470EF37-F7FF-5DF5-AC2F-C8087F43FA3D}" dt="2026-02-12T08:04:31.269" v="203" actId="2696"/>
        <pc:sldMkLst>
          <pc:docMk/>
          <pc:sldMk cId="1814010216" sldId="270"/>
        </pc:sldMkLst>
      </pc:sldChg>
      <pc:sldChg chg="add del">
        <pc:chgData name="Johan Bergs (imec)" userId="2b8c287c-9613-46e4-a912-e941fed64953" providerId="ADAL" clId="{0470EF37-F7FF-5DF5-AC2F-C8087F43FA3D}" dt="2026-02-12T08:04:31.279" v="204" actId="2696"/>
        <pc:sldMkLst>
          <pc:docMk/>
          <pc:sldMk cId="2820723823" sldId="271"/>
        </pc:sldMkLst>
      </pc:sldChg>
      <pc:sldChg chg="add del">
        <pc:chgData name="Johan Bergs (imec)" userId="2b8c287c-9613-46e4-a912-e941fed64953" providerId="ADAL" clId="{0470EF37-F7FF-5DF5-AC2F-C8087F43FA3D}" dt="2026-02-12T08:04:31.282" v="207" actId="2696"/>
        <pc:sldMkLst>
          <pc:docMk/>
          <pc:sldMk cId="2320315142" sldId="272"/>
        </pc:sldMkLst>
      </pc:sldChg>
      <pc:sldChg chg="add del">
        <pc:chgData name="Johan Bergs (imec)" userId="2b8c287c-9613-46e4-a912-e941fed64953" providerId="ADAL" clId="{0470EF37-F7FF-5DF5-AC2F-C8087F43FA3D}" dt="2026-02-12T08:04:31.263" v="197" actId="2696"/>
        <pc:sldMkLst>
          <pc:docMk/>
          <pc:sldMk cId="2550292006" sldId="273"/>
        </pc:sldMkLst>
      </pc:sldChg>
      <pc:sldChg chg="add del">
        <pc:chgData name="Johan Bergs (imec)" userId="2b8c287c-9613-46e4-a912-e941fed64953" providerId="ADAL" clId="{0470EF37-F7FF-5DF5-AC2F-C8087F43FA3D}" dt="2026-02-12T08:04:31.282" v="208" actId="2696"/>
        <pc:sldMkLst>
          <pc:docMk/>
          <pc:sldMk cId="1937857923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FF12EB-29C9-4A45-A1A1-212400D1D6BA}" type="datetimeFigureOut">
              <a:rPr lang="nl-BE" smtClean="0"/>
              <a:t>12/03/2026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88EF9-E146-C845-9371-B9445FC23FF2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709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BE" sz="9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5B9EC-5C88-404D-8CB1-694CDFCA1D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87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A4F71-3F20-42EB-95C9-52E7339E4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1516380"/>
            <a:ext cx="10944225" cy="472090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0C433-47C4-4D3D-A245-AA41DF75B6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64313" y="2271713"/>
            <a:ext cx="5004000" cy="39655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First Name Surname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600" b="0" i="0" noProof="0">
              <a:latin typeface="ITC Officina Sans Std Book" panose="020B0506040203020204" pitchFamily="34" charset="77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E144AFC-D904-4FB6-B919-055F69651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22" name="Afbeelding 9">
            <a:extLst>
              <a:ext uri="{FF2B5EF4-FFF2-40B4-BE49-F238E27FC236}">
                <a16:creationId xmlns:a16="http://schemas.microsoft.com/office/drawing/2014/main" id="{752406CF-E1DB-4F93-8F26-924E16946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l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6A3A24F-2120-4AFD-BACB-61D96D62CDE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3338512" cy="5616575"/>
          </a:xfrm>
          <a:custGeom>
            <a:avLst/>
            <a:gdLst>
              <a:gd name="connsiteX0" fmla="*/ 0 w 3338512"/>
              <a:gd name="connsiteY0" fmla="*/ 0 h 5616575"/>
              <a:gd name="connsiteX1" fmla="*/ 1897639 w 3338512"/>
              <a:gd name="connsiteY1" fmla="*/ 0 h 5616575"/>
              <a:gd name="connsiteX2" fmla="*/ 2245442 w 3338512"/>
              <a:gd name="connsiteY2" fmla="*/ 0 h 5616575"/>
              <a:gd name="connsiteX3" fmla="*/ 3338512 w 3338512"/>
              <a:gd name="connsiteY3" fmla="*/ 0 h 5616575"/>
              <a:gd name="connsiteX4" fmla="*/ 3338512 w 3338512"/>
              <a:gd name="connsiteY4" fmla="*/ 5616000 h 5616575"/>
              <a:gd name="connsiteX5" fmla="*/ 2245442 w 3338512"/>
              <a:gd name="connsiteY5" fmla="*/ 5616000 h 5616575"/>
              <a:gd name="connsiteX6" fmla="*/ 2245442 w 3338512"/>
              <a:gd name="connsiteY6" fmla="*/ 5616575 h 5616575"/>
              <a:gd name="connsiteX7" fmla="*/ 219036 w 3338512"/>
              <a:gd name="connsiteY7" fmla="*/ 5616575 h 5616575"/>
              <a:gd name="connsiteX8" fmla="*/ 174900 w 3338512"/>
              <a:gd name="connsiteY8" fmla="*/ 5611430 h 5616575"/>
              <a:gd name="connsiteX9" fmla="*/ 0 w 3338512"/>
              <a:gd name="connsiteY9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8512" h="5616575">
                <a:moveTo>
                  <a:pt x="0" y="0"/>
                </a:moveTo>
                <a:lnTo>
                  <a:pt x="1897639" y="0"/>
                </a:lnTo>
                <a:lnTo>
                  <a:pt x="2245442" y="0"/>
                </a:lnTo>
                <a:lnTo>
                  <a:pt x="3338512" y="0"/>
                </a:lnTo>
                <a:lnTo>
                  <a:pt x="3338512" y="5616000"/>
                </a:lnTo>
                <a:lnTo>
                  <a:pt x="2245442" y="5616000"/>
                </a:lnTo>
                <a:lnTo>
                  <a:pt x="2245442" y="5616575"/>
                </a:lnTo>
                <a:lnTo>
                  <a:pt x="219036" y="5616575"/>
                </a:lnTo>
                <a:lnTo>
                  <a:pt x="174900" y="5611430"/>
                </a:lnTo>
                <a:cubicBezTo>
                  <a:pt x="75085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 dirty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wide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0411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8097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2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0410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7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414A82-8300-43F5-8449-10B8D34A30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2723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55D1222-512A-4020-AE86-8C428804EA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80410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007419B-9354-4CE8-81AF-E975BC83ACB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28097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60054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89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09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3391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09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53391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179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3528E721-8656-4BDD-B009-8819AFB97FC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339266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2C048C0B-E29D-49EF-80B5-29D0B0F479C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339266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5F680696-8F3B-4E74-B265-71DF36E0977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70977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0B084AF-045B-4B49-8FBE-93ACB3E7F00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802688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D8E938A-1AD9-4373-BBFD-C7C066DAB3FA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5070977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C6D1181-34A3-47D3-99A2-1B802126EDC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802688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tabLst/>
              <a:defRPr/>
            </a:pPr>
            <a:r>
              <a:rPr lang="en-US" noProof="0"/>
              <a:t>Click the icon to add an object</a:t>
            </a:r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chart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object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1F0EA669-8677-CD4C-AD8D-C4852AC0E3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7" y="1577010"/>
            <a:ext cx="10944227" cy="46602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05979" indent="-205979">
              <a:buClr>
                <a:schemeClr val="accent2"/>
              </a:buClr>
              <a:buSzPct val="75000"/>
              <a:buFont typeface="Wingdings" pitchFamily="2" charset="2"/>
              <a:buChar char="§"/>
              <a:tabLst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SzPct val="75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defRPr sz="1200">
                <a:solidFill>
                  <a:schemeClr val="tx1"/>
                </a:solidFill>
                <a:latin typeface="+mn-lt"/>
              </a:defRPr>
            </a:lvl3pPr>
          </a:lstStyle>
          <a:p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BE" dirty="0" err="1"/>
              <a:t>Third</a:t>
            </a:r>
            <a:r>
              <a:rPr lang="nl-BE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3529007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7" name="Afbeelding 5">
            <a:extLst>
              <a:ext uri="{FF2B5EF4-FFF2-40B4-BE49-F238E27FC236}">
                <a16:creationId xmlns:a16="http://schemas.microsoft.com/office/drawing/2014/main" id="{B9DEEA89-1D64-4629-B832-554B89D05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79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fu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6" name="Afbeelding 12">
            <a:extLst>
              <a:ext uri="{FF2B5EF4-FFF2-40B4-BE49-F238E27FC236}">
                <a16:creationId xmlns:a16="http://schemas.microsoft.com/office/drawing/2014/main" id="{D9C957F6-60B6-4D8B-A101-1844D34A6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23059" y="1506906"/>
            <a:ext cx="274588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7" name="Afbeelding 5">
            <a:extLst>
              <a:ext uri="{FF2B5EF4-FFF2-40B4-BE49-F238E27FC236}">
                <a16:creationId xmlns:a16="http://schemas.microsoft.com/office/drawing/2014/main" id="{B9DEEA89-1D64-4629-B832-554B89D05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wi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pic>
        <p:nvPicPr>
          <p:cNvPr id="14" name="Afbeelding 5">
            <a:extLst>
              <a:ext uri="{FF2B5EF4-FFF2-40B4-BE49-F238E27FC236}">
                <a16:creationId xmlns:a16="http://schemas.microsoft.com/office/drawing/2014/main" id="{5364E5CA-8701-44A9-9FAA-5375A1F5CE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and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  <p:pic>
        <p:nvPicPr>
          <p:cNvPr id="16" name="Afbeelding 5">
            <a:extLst>
              <a:ext uri="{FF2B5EF4-FFF2-40B4-BE49-F238E27FC236}">
                <a16:creationId xmlns:a16="http://schemas.microsoft.com/office/drawing/2014/main" id="{D1E7E4FE-EB1E-4D7F-8B3F-62E84FC8F5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644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‹nr.›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212B-EACF-4AB5-8035-E9729BF5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516380"/>
            <a:ext cx="10944225" cy="47209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8" name="Afbeelding 5">
            <a:extLst>
              <a:ext uri="{FF2B5EF4-FFF2-40B4-BE49-F238E27FC236}">
                <a16:creationId xmlns:a16="http://schemas.microsoft.com/office/drawing/2014/main" id="{28FB73F1-7269-47FF-86D6-7DE69164075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6" r:id="rId8"/>
    <p:sldLayoutId id="2147484117" r:id="rId9"/>
    <p:sldLayoutId id="2147484111" r:id="rId10"/>
    <p:sldLayoutId id="2147484113" r:id="rId11"/>
    <p:sldLayoutId id="2147484112" r:id="rId12"/>
    <p:sldLayoutId id="2147484102" r:id="rId13"/>
    <p:sldLayoutId id="2147484118" r:id="rId14"/>
    <p:sldLayoutId id="2147484119" r:id="rId15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chemeClr val="accent2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82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§"/>
        <a:defRPr sz="2800" b="1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628650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2pPr>
      <a:lvl3pPr marL="987425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3pPr>
      <a:lvl4pPr marL="13477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4pPr>
      <a:lvl5pPr marL="1700213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5pPr>
      <a:lvl6pPr marL="2076450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575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nl-BE" sz="1800" kern="1200" dirty="0" err="1" smtClean="0">
          <a:solidFill>
            <a:schemeClr val="tx1"/>
          </a:solidFill>
          <a:latin typeface="+mn-lt"/>
          <a:ea typeface="+mn-ea"/>
          <a:cs typeface="+mn-cs"/>
        </a:defRPr>
      </a:lvl7pPr>
      <a:lvl8pPr marL="2795587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160712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i.belogaev@uantwerpen.be" TargetMode="External"/><Relationship Id="rId2" Type="http://schemas.openxmlformats.org/officeDocument/2006/relationships/hyperlink" Target="mailto:johan.bergs@uantwerpen.be" TargetMode="Externa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Computer Networks 2025-2026</a:t>
            </a:r>
            <a:br>
              <a:rPr lang="en-US" noProof="0" dirty="0"/>
            </a:br>
            <a:r>
              <a:rPr lang="en-US" sz="4400" noProof="0" dirty="0"/>
              <a:t>Exercises: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Johan Bergs – Andrei </a:t>
            </a:r>
            <a:r>
              <a:rPr lang="en-US" dirty="0" err="1"/>
              <a:t>Belogaev</a:t>
            </a:r>
            <a:endParaRPr lang="en-US" dirty="0"/>
          </a:p>
          <a:p>
            <a:r>
              <a:rPr lang="nl-NL" sz="1400" b="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johan.bergs</a:t>
            </a:r>
            <a:r>
              <a:rPr lang="en-BE" sz="1400" b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@uantwerpen.be</a:t>
            </a:r>
            <a:r>
              <a:rPr lang="nl-NL" sz="1400" b="0" dirty="0"/>
              <a:t> – </a:t>
            </a:r>
            <a:r>
              <a:rPr lang="nl-NL" sz="1400" b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andrei.belogaev@uantwerpen.be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F1E6E984-FD38-83B8-49FC-83A56B3B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Schedule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E109696-3502-4C94-3571-4FACE2B1D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95C2A284-5566-535B-38CC-6E42CA7A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BE"/>
          </a:p>
        </p:txBody>
      </p:sp>
      <p:graphicFrame>
        <p:nvGraphicFramePr>
          <p:cNvPr id="16" name="Tabel 7">
            <a:extLst>
              <a:ext uri="{FF2B5EF4-FFF2-40B4-BE49-F238E27FC236}">
                <a16:creationId xmlns:a16="http://schemas.microsoft.com/office/drawing/2014/main" id="{8688412F-033F-DD2C-E2DC-FF2D040EC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1661472"/>
              </p:ext>
            </p:extLst>
          </p:nvPr>
        </p:nvGraphicFramePr>
        <p:xfrm>
          <a:off x="623888" y="1360485"/>
          <a:ext cx="10944224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716">
                  <a:extLst>
                    <a:ext uri="{9D8B030D-6E8A-4147-A177-3AD203B41FA5}">
                      <a16:colId xmlns:a16="http://schemas.microsoft.com/office/drawing/2014/main" val="1531312252"/>
                    </a:ext>
                  </a:extLst>
                </a:gridCol>
                <a:gridCol w="9184508">
                  <a:extLst>
                    <a:ext uri="{9D8B030D-6E8A-4147-A177-3AD203B41FA5}">
                      <a16:colId xmlns:a16="http://schemas.microsoft.com/office/drawing/2014/main" val="56476280"/>
                    </a:ext>
                  </a:extLst>
                </a:gridCol>
              </a:tblGrid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What?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51374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Friday 13/2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Lab 0 – 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64991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strike="sngStrike" dirty="0">
                          <a:solidFill>
                            <a:schemeClr val="accent5"/>
                          </a:solidFill>
                        </a:rPr>
                        <a:t>Friday 20/2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strike="sngStrike" dirty="0">
                          <a:solidFill>
                            <a:schemeClr val="accent5"/>
                          </a:solidFill>
                        </a:rPr>
                        <a:t>No lab session </a:t>
                      </a:r>
                      <a:endParaRPr lang="nl-BE" sz="140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831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Friday 27/2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Lab 1 – Application Layer + deadline lab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7353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Friday 6/3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strike="sngStrike" dirty="0"/>
                        <a:t>Lab 1 (cont.)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865867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13/3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2 – Transport Layer + deadline 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175482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20/3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2 (cont.)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446456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27/3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3 - Network Layer I (IPv4 and IPv6) + deadline lab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020211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Friday 3/4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3 (cont.) + Lab 4 – Network Layer II (routing)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598515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10/4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Easter holiday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417143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17/4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Easter holiday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662762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Friday 24/4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4 (cont.) + deadline lab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703401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No lab session (university closed)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75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Friday 8/5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Lab 5 – Link Layer </a:t>
                      </a:r>
                      <a:r>
                        <a:rPr lang="nl-BE" sz="1400" dirty="0">
                          <a:solidFill>
                            <a:schemeClr val="tx1"/>
                          </a:solidFill>
                        </a:rPr>
                        <a:t>+ deadline lab 4 </a:t>
                      </a:r>
                      <a:endParaRPr lang="nl-BE" sz="1400" dirty="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88685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Friday 15/5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>
                          <a:solidFill>
                            <a:schemeClr val="accent5"/>
                          </a:solidFill>
                        </a:rPr>
                        <a:t>No lab session (university closed)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754544"/>
                  </a:ext>
                </a:extLst>
              </a:tr>
              <a:tr h="301549">
                <a:tc>
                  <a:txBody>
                    <a:bodyPr/>
                    <a:lstStyle/>
                    <a:p>
                      <a:r>
                        <a:rPr lang="nl-BE" sz="1400" dirty="0"/>
                        <a:t>Th 21/5 + Fr  22/5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400" dirty="0"/>
                        <a:t>Lab 6 – Link layer II + deadline lab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237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496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B0FDCC59-0CC3-DEC3-9865-B8C7715B09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CE47C8BB-4A9B-8CC0-5371-3755CF4573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BE" dirty="0"/>
              <a:t>Weights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204C8D8-76AF-65AF-DCA5-AFE3D0DD8F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nl-BE" dirty="0"/>
              <a:t>Deadlines</a:t>
            </a:r>
          </a:p>
        </p:txBody>
      </p:sp>
      <p:graphicFrame>
        <p:nvGraphicFramePr>
          <p:cNvPr id="15" name="Tijdelijke aanduiding voor inhoud 14">
            <a:extLst>
              <a:ext uri="{FF2B5EF4-FFF2-40B4-BE49-F238E27FC236}">
                <a16:creationId xmlns:a16="http://schemas.microsoft.com/office/drawing/2014/main" id="{FE05C258-FE25-BA11-9D0C-BDB78D7BE4AC}"/>
              </a:ext>
            </a:extLst>
          </p:cNvPr>
          <p:cNvGraphicFramePr>
            <a:graphicFrameLocks noGrp="1"/>
          </p:cNvGraphicFramePr>
          <p:nvPr>
            <p:ph sz="quarter" idx="27"/>
            <p:extLst>
              <p:ext uri="{D42A27DB-BD31-4B8C-83A1-F6EECF244321}">
                <p14:modId xmlns:p14="http://schemas.microsoft.com/office/powerpoint/2010/main" val="1165149270"/>
              </p:ext>
            </p:extLst>
          </p:nvPr>
        </p:nvGraphicFramePr>
        <p:xfrm>
          <a:off x="630238" y="2122488"/>
          <a:ext cx="5308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37370103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646927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056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10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646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2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3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22.5%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75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Lab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l-BE" dirty="0"/>
                        <a:t>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998438"/>
                  </a:ext>
                </a:extLst>
              </a:tr>
            </a:tbl>
          </a:graphicData>
        </a:graphic>
      </p:graphicFrame>
      <p:graphicFrame>
        <p:nvGraphicFramePr>
          <p:cNvPr id="19" name="Tijdelijke aanduiding voor inhoud 18">
            <a:extLst>
              <a:ext uri="{FF2B5EF4-FFF2-40B4-BE49-F238E27FC236}">
                <a16:creationId xmlns:a16="http://schemas.microsoft.com/office/drawing/2014/main" id="{7A95E9E9-AFE6-9763-FD6B-3FF3942B4768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189242818"/>
              </p:ext>
            </p:extLst>
          </p:nvPr>
        </p:nvGraphicFramePr>
        <p:xfrm>
          <a:off x="6253163" y="2122488"/>
          <a:ext cx="5308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734">
                  <a:extLst>
                    <a:ext uri="{9D8B030D-6E8A-4147-A177-3AD203B41FA5}">
                      <a16:colId xmlns:a16="http://schemas.microsoft.com/office/drawing/2014/main" val="3474489563"/>
                    </a:ext>
                  </a:extLst>
                </a:gridCol>
                <a:gridCol w="1618866">
                  <a:extLst>
                    <a:ext uri="{9D8B030D-6E8A-4147-A177-3AD203B41FA5}">
                      <a16:colId xmlns:a16="http://schemas.microsoft.com/office/drawing/2014/main" val="3442520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What?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7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trike="sngStrike" dirty="0"/>
                        <a:t>Thursday 26/2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trike="sngStrike" dirty="0"/>
                        <a:t>Lab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344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trike="sngStrike" dirty="0"/>
                        <a:t>Thursday 12/3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trike="sngStrike" dirty="0"/>
                        <a:t>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26/3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28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23/4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37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Thursday 7/5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34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5"/>
                          </a:solidFill>
                        </a:rPr>
                        <a:t>Wednesday 20/5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38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>
                          <a:solidFill>
                            <a:schemeClr val="accent5"/>
                          </a:solidFill>
                        </a:rPr>
                        <a:t>Monday 25/5 23:59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Lab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14966"/>
                  </a:ext>
                </a:extLst>
              </a:tr>
            </a:tbl>
          </a:graphicData>
        </a:graphic>
      </p:graphicFrame>
      <p:sp>
        <p:nvSpPr>
          <p:cNvPr id="8" name="Titel 7">
            <a:extLst>
              <a:ext uri="{FF2B5EF4-FFF2-40B4-BE49-F238E27FC236}">
                <a16:creationId xmlns:a16="http://schemas.microsoft.com/office/drawing/2014/main" id="{87CEA9BA-A0E3-895F-D18C-5D86CD1B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Lab weights &amp; Deadlines</a:t>
            </a:r>
          </a:p>
        </p:txBody>
      </p:sp>
    </p:spTree>
    <p:extLst>
      <p:ext uri="{BB962C8B-B14F-4D97-AF65-F5344CB8AC3E}">
        <p14:creationId xmlns:p14="http://schemas.microsoft.com/office/powerpoint/2010/main" val="188908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AE34A50-C6A6-F730-B483-601E413B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Queueing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E64DD3B-3A67-31E1-8B19-CE16F9C50F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324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0279-FC5D-4985-987E-DB92DEBC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Default queues: </a:t>
            </a:r>
            <a:r>
              <a:rPr lang="nl-NL" dirty="0" err="1"/>
              <a:t>Tail</a:t>
            </a:r>
            <a:r>
              <a:rPr lang="nl-NL" dirty="0"/>
              <a:t> dropping, FIFO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99D168-5A7C-4F82-9114-72A71D9D7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64C9319-D86B-B74F-AB3E-EE5852449192}"/>
              </a:ext>
            </a:extLst>
          </p:cNvPr>
          <p:cNvSpPr/>
          <p:nvPr/>
        </p:nvSpPr>
        <p:spPr bwMode="auto">
          <a:xfrm>
            <a:off x="2302933" y="1412511"/>
            <a:ext cx="169334" cy="10329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8953DE07-86B4-C047-942E-55CFB4FD34B9}"/>
              </a:ext>
            </a:extLst>
          </p:cNvPr>
          <p:cNvSpPr/>
          <p:nvPr/>
        </p:nvSpPr>
        <p:spPr bwMode="auto">
          <a:xfrm>
            <a:off x="2472267" y="1412510"/>
            <a:ext cx="169334" cy="10329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8C1231FE-A1C2-5140-83BA-113FB1DD896C}"/>
              </a:ext>
            </a:extLst>
          </p:cNvPr>
          <p:cNvSpPr/>
          <p:nvPr/>
        </p:nvSpPr>
        <p:spPr bwMode="auto">
          <a:xfrm>
            <a:off x="2641601" y="1412509"/>
            <a:ext cx="169334" cy="10329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B049C993-C7B6-EC48-829D-3AA7849649A0}"/>
              </a:ext>
            </a:extLst>
          </p:cNvPr>
          <p:cNvSpPr/>
          <p:nvPr/>
        </p:nvSpPr>
        <p:spPr bwMode="auto">
          <a:xfrm>
            <a:off x="2810935" y="1412509"/>
            <a:ext cx="169334" cy="103293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Rechthoek 16">
            <a:extLst>
              <a:ext uri="{FF2B5EF4-FFF2-40B4-BE49-F238E27FC236}">
                <a16:creationId xmlns:a16="http://schemas.microsoft.com/office/drawing/2014/main" id="{16476880-E898-8B48-8D95-1E2619CE63A4}"/>
              </a:ext>
            </a:extLst>
          </p:cNvPr>
          <p:cNvSpPr/>
          <p:nvPr/>
        </p:nvSpPr>
        <p:spPr bwMode="auto">
          <a:xfrm>
            <a:off x="2980269" y="1412509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E28A7B20-69FC-1442-B7E8-A5E7A2CA4DE4}"/>
              </a:ext>
            </a:extLst>
          </p:cNvPr>
          <p:cNvSpPr/>
          <p:nvPr/>
        </p:nvSpPr>
        <p:spPr bwMode="auto">
          <a:xfrm>
            <a:off x="3149603" y="1412509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0C7B185F-9B88-F047-B30C-37DE8C837E46}"/>
              </a:ext>
            </a:extLst>
          </p:cNvPr>
          <p:cNvSpPr/>
          <p:nvPr/>
        </p:nvSpPr>
        <p:spPr bwMode="auto">
          <a:xfrm>
            <a:off x="3318937" y="1412509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0" name="Pijl links 19">
            <a:extLst>
              <a:ext uri="{FF2B5EF4-FFF2-40B4-BE49-F238E27FC236}">
                <a16:creationId xmlns:a16="http://schemas.microsoft.com/office/drawing/2014/main" id="{7368D6EC-FA3F-BA41-9BD0-7A1254BB43C7}"/>
              </a:ext>
            </a:extLst>
          </p:cNvPr>
          <p:cNvSpPr/>
          <p:nvPr/>
        </p:nvSpPr>
        <p:spPr bwMode="auto">
          <a:xfrm>
            <a:off x="1242644" y="1775076"/>
            <a:ext cx="928468" cy="30779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1" name="Pijl links 20">
            <a:extLst>
              <a:ext uri="{FF2B5EF4-FFF2-40B4-BE49-F238E27FC236}">
                <a16:creationId xmlns:a16="http://schemas.microsoft.com/office/drawing/2014/main" id="{8DB965DA-FDA0-A841-8B64-0E4094B55176}"/>
              </a:ext>
            </a:extLst>
          </p:cNvPr>
          <p:cNvSpPr/>
          <p:nvPr/>
        </p:nvSpPr>
        <p:spPr bwMode="auto">
          <a:xfrm>
            <a:off x="3570847" y="1775076"/>
            <a:ext cx="928468" cy="30779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D38B2C18-6A6D-CC44-B5F5-D18682EBFD6A}"/>
              </a:ext>
            </a:extLst>
          </p:cNvPr>
          <p:cNvSpPr/>
          <p:nvPr/>
        </p:nvSpPr>
        <p:spPr bwMode="auto">
          <a:xfrm>
            <a:off x="819309" y="1412508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B9F04F2B-1B51-1B4E-A9E1-C298A3F0E0EC}"/>
              </a:ext>
            </a:extLst>
          </p:cNvPr>
          <p:cNvSpPr/>
          <p:nvPr/>
        </p:nvSpPr>
        <p:spPr bwMode="auto">
          <a:xfrm>
            <a:off x="4707466" y="1412507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24D8D606-676A-2441-8668-4EEFDE787E52}"/>
              </a:ext>
            </a:extLst>
          </p:cNvPr>
          <p:cNvSpPr txBox="1"/>
          <p:nvPr/>
        </p:nvSpPr>
        <p:spPr>
          <a:xfrm>
            <a:off x="5384802" y="1523289"/>
            <a:ext cx="6502400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ea typeface="Verdana" panose="020B0604030504040204" pitchFamily="34" charset="0"/>
                <a:cs typeface="Verdana" panose="020B0604030504040204" pitchFamily="34" charset="0"/>
              </a:rPr>
              <a:t>Packets are transmitted as soon as possible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ea typeface="Verdana" panose="020B0604030504040204" pitchFamily="34" charset="0"/>
                <a:cs typeface="Verdana" panose="020B0604030504040204" pitchFamily="34" charset="0"/>
              </a:rPr>
              <a:t>Queues are FIFO queues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ea typeface="Verdana" panose="020B0604030504040204" pitchFamily="34" charset="0"/>
                <a:cs typeface="Verdana" panose="020B0604030504040204" pitchFamily="34" charset="0"/>
              </a:rPr>
              <a:t>As new packets arrive, they are placed at the back of the queue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B263DD4D-E8FB-9447-A732-408FE01986A6}"/>
              </a:ext>
            </a:extLst>
          </p:cNvPr>
          <p:cNvSpPr/>
          <p:nvPr/>
        </p:nvSpPr>
        <p:spPr bwMode="auto">
          <a:xfrm>
            <a:off x="2302933" y="3448744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6" name="Rechthoek 25">
            <a:extLst>
              <a:ext uri="{FF2B5EF4-FFF2-40B4-BE49-F238E27FC236}">
                <a16:creationId xmlns:a16="http://schemas.microsoft.com/office/drawing/2014/main" id="{B391F695-B3F4-6945-81DB-319A9F4913E9}"/>
              </a:ext>
            </a:extLst>
          </p:cNvPr>
          <p:cNvSpPr/>
          <p:nvPr/>
        </p:nvSpPr>
        <p:spPr bwMode="auto">
          <a:xfrm>
            <a:off x="2472267" y="3448743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020A69EB-62E7-9341-ADB9-E4B7C2C8B519}"/>
              </a:ext>
            </a:extLst>
          </p:cNvPr>
          <p:cNvSpPr/>
          <p:nvPr/>
        </p:nvSpPr>
        <p:spPr bwMode="auto">
          <a:xfrm>
            <a:off x="2641601" y="3448742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2A248019-E041-F743-A720-E38C28C4E89C}"/>
              </a:ext>
            </a:extLst>
          </p:cNvPr>
          <p:cNvSpPr/>
          <p:nvPr/>
        </p:nvSpPr>
        <p:spPr bwMode="auto">
          <a:xfrm>
            <a:off x="2810935" y="3448742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9F1BCF27-2859-4A43-8330-B4E981CBC2ED}"/>
              </a:ext>
            </a:extLst>
          </p:cNvPr>
          <p:cNvSpPr/>
          <p:nvPr/>
        </p:nvSpPr>
        <p:spPr bwMode="auto">
          <a:xfrm>
            <a:off x="2980269" y="3448742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FC5AB189-49EA-8747-97AC-E68A505C0DD2}"/>
              </a:ext>
            </a:extLst>
          </p:cNvPr>
          <p:cNvSpPr/>
          <p:nvPr/>
        </p:nvSpPr>
        <p:spPr bwMode="auto">
          <a:xfrm>
            <a:off x="3149603" y="3448742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2CB9A57A-D572-E94C-8315-F227DDB9F4BB}"/>
              </a:ext>
            </a:extLst>
          </p:cNvPr>
          <p:cNvSpPr/>
          <p:nvPr/>
        </p:nvSpPr>
        <p:spPr bwMode="auto">
          <a:xfrm>
            <a:off x="3318937" y="3448742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2" name="Pijl links 31">
            <a:extLst>
              <a:ext uri="{FF2B5EF4-FFF2-40B4-BE49-F238E27FC236}">
                <a16:creationId xmlns:a16="http://schemas.microsoft.com/office/drawing/2014/main" id="{F1CA0A80-F093-6946-A90C-ACCDDB5227DE}"/>
              </a:ext>
            </a:extLst>
          </p:cNvPr>
          <p:cNvSpPr/>
          <p:nvPr/>
        </p:nvSpPr>
        <p:spPr bwMode="auto">
          <a:xfrm>
            <a:off x="1242644" y="3811309"/>
            <a:ext cx="928468" cy="30779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3" name="Pijl links 32">
            <a:extLst>
              <a:ext uri="{FF2B5EF4-FFF2-40B4-BE49-F238E27FC236}">
                <a16:creationId xmlns:a16="http://schemas.microsoft.com/office/drawing/2014/main" id="{39151E73-50B6-D24D-8894-73CAF37ABD9C}"/>
              </a:ext>
            </a:extLst>
          </p:cNvPr>
          <p:cNvSpPr/>
          <p:nvPr/>
        </p:nvSpPr>
        <p:spPr bwMode="auto">
          <a:xfrm>
            <a:off x="3570847" y="3811309"/>
            <a:ext cx="928468" cy="307798"/>
          </a:xfrm>
          <a:prstGeom prst="rightArrow">
            <a:avLst/>
          </a:prstGeom>
          <a:noFill/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4" name="Rechthoek 33">
            <a:extLst>
              <a:ext uri="{FF2B5EF4-FFF2-40B4-BE49-F238E27FC236}">
                <a16:creationId xmlns:a16="http://schemas.microsoft.com/office/drawing/2014/main" id="{009E5771-4BCB-2745-801A-C0953A625086}"/>
              </a:ext>
            </a:extLst>
          </p:cNvPr>
          <p:cNvSpPr/>
          <p:nvPr/>
        </p:nvSpPr>
        <p:spPr bwMode="auto">
          <a:xfrm>
            <a:off x="819309" y="3448741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63DB802E-DCB2-474C-B62D-368B84871C6E}"/>
              </a:ext>
            </a:extLst>
          </p:cNvPr>
          <p:cNvSpPr/>
          <p:nvPr/>
        </p:nvSpPr>
        <p:spPr bwMode="auto">
          <a:xfrm>
            <a:off x="4707466" y="3448740"/>
            <a:ext cx="169334" cy="103293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36" name="Bliksemflits 35">
            <a:extLst>
              <a:ext uri="{FF2B5EF4-FFF2-40B4-BE49-F238E27FC236}">
                <a16:creationId xmlns:a16="http://schemas.microsoft.com/office/drawing/2014/main" id="{4BBD15FC-0321-8C41-9E29-2A065EE58484}"/>
              </a:ext>
            </a:extLst>
          </p:cNvPr>
          <p:cNvSpPr/>
          <p:nvPr/>
        </p:nvSpPr>
        <p:spPr bwMode="auto">
          <a:xfrm>
            <a:off x="518426" y="3215906"/>
            <a:ext cx="666908" cy="1498600"/>
          </a:xfrm>
          <a:prstGeom prst="lightningBol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180000" rIns="180000" bIns="180000" rtlCol="0" anchor="ctr"/>
          <a:lstStyle/>
          <a:p>
            <a:pPr algn="ctr">
              <a:spcAft>
                <a:spcPts val="450"/>
              </a:spcAft>
            </a:pPr>
            <a:endParaRPr lang="nl-BE" sz="1600" dirty="0"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48" name="Tekstvak 47">
            <a:extLst>
              <a:ext uri="{FF2B5EF4-FFF2-40B4-BE49-F238E27FC236}">
                <a16:creationId xmlns:a16="http://schemas.microsoft.com/office/drawing/2014/main" id="{8ACDC050-2EC1-034E-8E0C-BAC072F3881F}"/>
              </a:ext>
            </a:extLst>
          </p:cNvPr>
          <p:cNvSpPr txBox="1"/>
          <p:nvPr/>
        </p:nvSpPr>
        <p:spPr>
          <a:xfrm>
            <a:off x="5384802" y="3412694"/>
            <a:ext cx="6502400" cy="1057588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ea typeface="Verdana" panose="020B0604030504040204" pitchFamily="34" charset="0"/>
                <a:cs typeface="Verdana" panose="020B0604030504040204" pitchFamily="34" charset="0"/>
              </a:rPr>
              <a:t>When a packet arrives and the queue is full, that packet gets dropped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BE" sz="16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nl-BE" sz="16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BE" sz="1600" dirty="0">
                <a:ea typeface="Verdana" panose="020B0604030504040204" pitchFamily="34" charset="0"/>
                <a:cs typeface="Verdana" panose="020B0604030504040204" pitchFamily="34" charset="0"/>
              </a:rPr>
              <a:t>So, with a queue that can hold 1000 packets, what happens?</a:t>
            </a:r>
          </a:p>
        </p:txBody>
      </p:sp>
    </p:spTree>
    <p:extLst>
      <p:ext uri="{BB962C8B-B14F-4D97-AF65-F5344CB8AC3E}">
        <p14:creationId xmlns:p14="http://schemas.microsoft.com/office/powerpoint/2010/main" val="423738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DF27FB6-C799-78CA-6801-D87531C7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Queues and bottleneck links / delays in mininet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57DD713-63D3-11E8-682E-651104B40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751F4E6-9661-08B5-F7A5-64A58DA960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l-BE" b="0" dirty="0"/>
              <a:t>When you introduce a </a:t>
            </a:r>
            <a:r>
              <a:rPr lang="nl-BE" dirty="0">
                <a:solidFill>
                  <a:schemeClr val="accent5"/>
                </a:solidFill>
              </a:rPr>
              <a:t>bottleneck</a:t>
            </a:r>
            <a:r>
              <a:rPr lang="nl-BE" b="0" dirty="0"/>
              <a:t> link, packets need to be </a:t>
            </a:r>
            <a:r>
              <a:rPr lang="nl-BE" dirty="0">
                <a:solidFill>
                  <a:schemeClr val="accent5"/>
                </a:solidFill>
              </a:rPr>
              <a:t>queued</a:t>
            </a:r>
            <a:r>
              <a:rPr lang="nl-BE" b="0" dirty="0"/>
              <a:t> by the router</a:t>
            </a:r>
          </a:p>
          <a:p>
            <a:r>
              <a:rPr lang="nl-BE" b="0" dirty="0"/>
              <a:t>Similarly, in mininet,when you introduce a </a:t>
            </a:r>
            <a:r>
              <a:rPr lang="nl-BE" dirty="0">
                <a:solidFill>
                  <a:schemeClr val="accent5"/>
                </a:solidFill>
              </a:rPr>
              <a:t>delay</a:t>
            </a:r>
            <a:r>
              <a:rPr lang="nl-BE" b="0" dirty="0"/>
              <a:t> or a </a:t>
            </a:r>
            <a:r>
              <a:rPr lang="nl-BE" dirty="0">
                <a:solidFill>
                  <a:schemeClr val="accent5"/>
                </a:solidFill>
              </a:rPr>
              <a:t>bandwidth limitation </a:t>
            </a:r>
            <a:r>
              <a:rPr lang="nl-BE" b="0" dirty="0"/>
              <a:t>on a link, another </a:t>
            </a:r>
            <a:r>
              <a:rPr lang="nl-BE" dirty="0">
                <a:solidFill>
                  <a:schemeClr val="accent5"/>
                </a:solidFill>
              </a:rPr>
              <a:t>queue</a:t>
            </a:r>
            <a:r>
              <a:rPr lang="nl-BE" b="0" dirty="0"/>
              <a:t> is added to buffer the packets (in order to delay them/enforce the bandwidth limitation).</a:t>
            </a:r>
          </a:p>
          <a:p>
            <a:endParaRPr lang="nl-BE" b="0" dirty="0"/>
          </a:p>
          <a:p>
            <a:r>
              <a:rPr lang="nl-BE" b="0" dirty="0"/>
              <a:t>The problem with that queue, is that:</a:t>
            </a:r>
          </a:p>
          <a:p>
            <a:pPr lvl="1"/>
            <a:r>
              <a:rPr lang="nl-BE" dirty="0"/>
              <a:t>By default, it can hold 1000 packets</a:t>
            </a:r>
          </a:p>
          <a:p>
            <a:pPr lvl="1"/>
            <a:r>
              <a:rPr lang="nl-BE" dirty="0"/>
              <a:t>By default, it is a FIFO queue</a:t>
            </a:r>
          </a:p>
          <a:p>
            <a:pPr lvl="1"/>
            <a:r>
              <a:rPr lang="nl-BE" dirty="0"/>
              <a:t>By default, it uses </a:t>
            </a:r>
            <a:r>
              <a:rPr lang="nl-BE" b="1" dirty="0">
                <a:solidFill>
                  <a:schemeClr val="accent5"/>
                </a:solidFill>
              </a:rPr>
              <a:t>tail dropping</a:t>
            </a:r>
          </a:p>
          <a:p>
            <a:pPr lvl="1"/>
            <a:endParaRPr lang="nl-BE" b="1" dirty="0">
              <a:solidFill>
                <a:schemeClr val="accent5"/>
              </a:solidFill>
            </a:endParaRPr>
          </a:p>
          <a:p>
            <a:r>
              <a:rPr lang="nl-BE" b="0" dirty="0"/>
              <a:t>For delay queues, this is not a problem; they just hold packets for the delay period.</a:t>
            </a:r>
          </a:p>
          <a:p>
            <a:r>
              <a:rPr lang="nl-BE" b="0" dirty="0"/>
              <a:t>However, bandwidth limitations can cause a queue to fill up, which can result in very large extra delays in the network!</a:t>
            </a:r>
          </a:p>
          <a:p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844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C24B-5EF5-EA22-C634-4886B9DE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E047665-FD51-670E-777E-6F041DBD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Mininet Demo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029B57E-D041-DB83-A376-DAB37B95F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872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769C016-9EA3-E4DE-3240-2CF17882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RED (Random Early Detection/Discard/Drop)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8675E410-11CA-17D0-7EB4-AB4A421D9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8" name="Tijdelijke aanduiding voor grafiek 7">
            <a:extLst>
              <a:ext uri="{FF2B5EF4-FFF2-40B4-BE49-F238E27FC236}">
                <a16:creationId xmlns:a16="http://schemas.microsoft.com/office/drawing/2014/main" id="{B8480603-820E-5780-D32D-A3F7C22F15AE}"/>
              </a:ext>
            </a:extLst>
          </p:cNvPr>
          <p:cNvPicPr>
            <a:picLocks noGrp="1" noChangeAspect="1"/>
          </p:cNvPicPr>
          <p:nvPr>
            <p:ph type="chart" sz="quarter" idx="11"/>
          </p:nvPr>
        </p:nvPicPr>
        <p:blipFill>
          <a:blip r:embed="rId2"/>
          <a:stretch>
            <a:fillRect/>
          </a:stretch>
        </p:blipFill>
        <p:spPr>
          <a:xfrm>
            <a:off x="2652684" y="1577975"/>
            <a:ext cx="6886633" cy="46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1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E122-4D66-2FF7-3379-5E00A6B4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B91FA90-92E3-56D3-5778-A60E66D5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RED Operation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131AF27-E0B5-CAA5-14FF-60CD16257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1F2D208-82C5-3849-8056-ACB179F436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nl-BE" b="0" dirty="0"/>
              <a:t>The goal is to have a small queue size, which is good for interactivity while not disturbing TCP/IP traffic with too many sudden drops after a burst of traffic.</a:t>
            </a:r>
          </a:p>
          <a:p>
            <a:endParaRPr lang="nl-BE" dirty="0"/>
          </a:p>
          <a:p>
            <a:r>
              <a:rPr lang="nl-BE" b="0" dirty="0"/>
              <a:t>The </a:t>
            </a:r>
            <a:r>
              <a:rPr lang="nl-BE" dirty="0">
                <a:solidFill>
                  <a:schemeClr val="accent5"/>
                </a:solidFill>
              </a:rPr>
              <a:t>average queue size </a:t>
            </a:r>
            <a:r>
              <a:rPr lang="nl-BE" b="0" dirty="0"/>
              <a:t>is used for determining the marking probability (not the real queue size)</a:t>
            </a:r>
          </a:p>
          <a:p>
            <a:pPr lvl="1"/>
            <a:r>
              <a:rPr lang="nl-BE" i="1" dirty="0"/>
              <a:t>newavg = (1 – w</a:t>
            </a:r>
            <a:r>
              <a:rPr lang="nl-BE" i="1" baseline="-25000" dirty="0"/>
              <a:t>q</a:t>
            </a:r>
            <a:r>
              <a:rPr lang="nl-BE" i="1" dirty="0"/>
              <a:t>) . oldavg  + w</a:t>
            </a:r>
            <a:r>
              <a:rPr lang="nl-BE" i="1" baseline="-25000" dirty="0"/>
              <a:t>q</a:t>
            </a:r>
            <a:r>
              <a:rPr lang="nl-BE" i="1" dirty="0"/>
              <a:t> . current_queue_length</a:t>
            </a:r>
            <a:endParaRPr lang="nl-BE" i="1" baseline="-25000" dirty="0"/>
          </a:p>
          <a:p>
            <a:pPr lvl="1"/>
            <a:r>
              <a:rPr lang="nl-BE" dirty="0"/>
              <a:t>When the </a:t>
            </a:r>
            <a:r>
              <a:rPr lang="nl-BE" dirty="0">
                <a:solidFill>
                  <a:schemeClr val="accent5"/>
                </a:solidFill>
              </a:rPr>
              <a:t>average queue size</a:t>
            </a:r>
            <a:r>
              <a:rPr lang="nl-BE" dirty="0"/>
              <a:t> is below </a:t>
            </a:r>
            <a:r>
              <a:rPr lang="nl-BE" i="1" dirty="0">
                <a:solidFill>
                  <a:schemeClr val="accent5"/>
                </a:solidFill>
              </a:rPr>
              <a:t>min</a:t>
            </a:r>
            <a:r>
              <a:rPr lang="nl-BE" dirty="0"/>
              <a:t> bytes, no packet will ever be marked.</a:t>
            </a:r>
          </a:p>
          <a:p>
            <a:pPr lvl="1"/>
            <a:r>
              <a:rPr lang="nl-BE" dirty="0"/>
              <a:t>When it exceeds </a:t>
            </a:r>
            <a:r>
              <a:rPr lang="nl-BE" i="1" dirty="0">
                <a:solidFill>
                  <a:schemeClr val="accent5"/>
                </a:solidFill>
              </a:rPr>
              <a:t>min</a:t>
            </a:r>
            <a:r>
              <a:rPr lang="nl-BE" dirty="0"/>
              <a:t>, the </a:t>
            </a:r>
            <a:r>
              <a:rPr lang="nl-BE" i="1" dirty="0">
                <a:solidFill>
                  <a:schemeClr val="accent5"/>
                </a:solidFill>
              </a:rPr>
              <a:t>probability</a:t>
            </a:r>
            <a:r>
              <a:rPr lang="nl-BE" dirty="0"/>
              <a:t> of doing so climbs linearly up to </a:t>
            </a:r>
            <a:r>
              <a:rPr lang="nl-BE" b="1" i="1" dirty="0"/>
              <a:t>probability</a:t>
            </a:r>
            <a:r>
              <a:rPr lang="nl-BE" b="1" dirty="0"/>
              <a:t> </a:t>
            </a:r>
            <a:r>
              <a:rPr lang="nl-BE" dirty="0"/>
              <a:t>(at </a:t>
            </a:r>
            <a:r>
              <a:rPr lang="nl-BE" i="1" dirty="0">
                <a:solidFill>
                  <a:schemeClr val="accent5"/>
                </a:solidFill>
              </a:rPr>
              <a:t>max</a:t>
            </a:r>
            <a:r>
              <a:rPr lang="nl-BE" dirty="0"/>
              <a:t> bytes average queue size)</a:t>
            </a:r>
          </a:p>
          <a:p>
            <a:pPr lvl="1"/>
            <a:r>
              <a:rPr lang="nl-BE" dirty="0"/>
              <a:t>Because probability is normally not set to 100%, the queue size might conceivably rise above max bytes.</a:t>
            </a:r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b="0" dirty="0"/>
          </a:p>
          <a:p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134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D38D-AC91-46AF-D981-E1704138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8881F3C-EB28-6423-FB9B-B1724B60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Mininet Demo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61C4E43-5E7E-237D-0B0C-DC2B698A4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5296239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content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a14="http://schemas.microsoft.com/office/drawing/2010/main" xmlns="" xmlns:p="http://schemas.openxmlformats.org/presentationml/2006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rtlCol="0" anchor="ctr"/>
      <a:lstStyle>
        <a:defPPr marL="0" indent="0" algn="ctr">
          <a:spcAft>
            <a:spcPts val="450"/>
          </a:spcAft>
          <a:buFont typeface="Arial" charset="0"/>
          <a:buNone/>
          <a:defRPr sz="1800" b="1" dirty="0" err="1" smtClean="0">
            <a:solidFill>
              <a:schemeClr val="bg1"/>
            </a:solidFill>
            <a:latin typeface="+mn-lt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Font typeface="Arial" panose="020B0604020202020204" pitchFamily="34" charset="0"/>
          <a:buNone/>
          <a:defRPr sz="2800" b="1" smtClean="0">
            <a:solidFill>
              <a:schemeClr val="tx1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leslides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449BF5-F7E1-46D5-B581-A176D4426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D6EDECA-2FC6-4CC6-BF57-774C7A66E7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A93269-0A2D-4449-AFE7-E8570D6EC4CB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e4e19ae9-58fe-4993-a35b-a8a84bb511ff"/>
    <ds:schemaRef ds:uri="http://purl.org/dc/dcmitype/"/>
    <ds:schemaRef ds:uri="http://schemas.microsoft.com/office/2006/documentManagement/types"/>
    <ds:schemaRef ds:uri="http://schemas.microsoft.com/office/infopath/2007/PartnerControls"/>
    <ds:schemaRef ds:uri="a09e4e9c-009f-4841-8876-57cddbde6e17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4841</TotalTime>
  <Words>595</Words>
  <Application>Microsoft Macintosh PowerPoint</Application>
  <PresentationFormat>Breedbeeld</PresentationFormat>
  <Paragraphs>110</Paragraphs>
  <Slides>10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9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10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ITC Officina Sans Std Book</vt:lpstr>
      <vt:lpstr>Trebuchet MS</vt:lpstr>
      <vt:lpstr>Verdana</vt:lpstr>
      <vt:lpstr>Verdana Regular</vt:lpstr>
      <vt:lpstr>Wingdings</vt:lpstr>
      <vt:lpstr>UAntwerpen-content</vt:lpstr>
      <vt:lpstr>UAntwerpen_titleslides</vt:lpstr>
      <vt:lpstr>Computer Networks 2025-2026 Exercises: Introduction</vt:lpstr>
      <vt:lpstr>Schedule</vt:lpstr>
      <vt:lpstr>Lab weights &amp; Deadlines</vt:lpstr>
      <vt:lpstr>Queueing</vt:lpstr>
      <vt:lpstr>Default queues: Tail dropping, FIFO</vt:lpstr>
      <vt:lpstr>Queues and bottleneck links / delays in mininet</vt:lpstr>
      <vt:lpstr>Mininet Demo</vt:lpstr>
      <vt:lpstr>RED (Random Early Detection/Discard/Drop)</vt:lpstr>
      <vt:lpstr>RED Operation</vt:lpstr>
      <vt:lpstr>Mininet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Johan Bergs (imec)</cp:lastModifiedBy>
  <cp:revision>62</cp:revision>
  <dcterms:created xsi:type="dcterms:W3CDTF">2020-12-07T09:05:54Z</dcterms:created>
  <dcterms:modified xsi:type="dcterms:W3CDTF">2026-03-12T10:48:34Z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  <property fmtid="{D5CDD505-2E9C-101B-9397-08002B2CF9AE}" pid="3" name="MSIP_Label_f0eba32c-0974-4663-a3a1-3cd8c30938e9_Enabled">
    <vt:lpwstr>true</vt:lpwstr>
  </property>
  <property fmtid="{D5CDD505-2E9C-101B-9397-08002B2CF9AE}" pid="4" name="MSIP_Label_f0eba32c-0974-4663-a3a1-3cd8c30938e9_SetDate">
    <vt:lpwstr>2026-02-12T07:55:57Z</vt:lpwstr>
  </property>
  <property fmtid="{D5CDD505-2E9C-101B-9397-08002B2CF9AE}" pid="5" name="MSIP_Label_f0eba32c-0974-4663-a3a1-3cd8c30938e9_Method">
    <vt:lpwstr>Privileged</vt:lpwstr>
  </property>
  <property fmtid="{D5CDD505-2E9C-101B-9397-08002B2CF9AE}" pid="6" name="MSIP_Label_f0eba32c-0974-4663-a3a1-3cd8c30938e9_Name">
    <vt:lpwstr>Public - General - Unmarked</vt:lpwstr>
  </property>
  <property fmtid="{D5CDD505-2E9C-101B-9397-08002B2CF9AE}" pid="7" name="MSIP_Label_f0eba32c-0974-4663-a3a1-3cd8c30938e9_SiteId">
    <vt:lpwstr>a72d5a72-25ee-40f0-9bd1-067cb5b770d4</vt:lpwstr>
  </property>
  <property fmtid="{D5CDD505-2E9C-101B-9397-08002B2CF9AE}" pid="8" name="MSIP_Label_f0eba32c-0974-4663-a3a1-3cd8c30938e9_ActionId">
    <vt:lpwstr>08fd8c02-f397-43b9-aa15-b25546b4fc75</vt:lpwstr>
  </property>
  <property fmtid="{D5CDD505-2E9C-101B-9397-08002B2CF9AE}" pid="9" name="MSIP_Label_f0eba32c-0974-4663-a3a1-3cd8c30938e9_ContentBits">
    <vt:lpwstr>0</vt:lpwstr>
  </property>
  <property fmtid="{D5CDD505-2E9C-101B-9397-08002B2CF9AE}" pid="10" name="MSIP_Label_f0eba32c-0974-4663-a3a1-3cd8c30938e9_Tag">
    <vt:lpwstr>50, 0, 1, 1</vt:lpwstr>
  </property>
</Properties>
</file>