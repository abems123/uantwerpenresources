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7" r:id="rId4"/>
    <p:sldMasterId id="2147484114" r:id="rId5"/>
  </p:sldMasterIdLst>
  <p:sldIdLst>
    <p:sldId id="257" r:id="rId6"/>
    <p:sldId id="258" r:id="rId7"/>
    <p:sldId id="259" r:id="rId8"/>
    <p:sldId id="262" r:id="rId9"/>
    <p:sldId id="260" r:id="rId10"/>
    <p:sldId id="261" r:id="rId11"/>
    <p:sldId id="263" r:id="rId12"/>
    <p:sldId id="264" r:id="rId13"/>
  </p:sldIdLst>
  <p:sldSz cx="12192000" cy="6858000"/>
  <p:notesSz cx="6805613" cy="9944100"/>
  <p:defaultTextStyle>
    <a:defPPr>
      <a:defRPr lang="nl-B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60958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12191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82875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2438339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3047924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3657509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4267093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4876678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196">
          <p15:clr>
            <a:srgbClr val="A4A3A4"/>
          </p15:clr>
        </p15:guide>
        <p15:guide id="2" orient="horz" pos="3127">
          <p15:clr>
            <a:srgbClr val="A4A3A4"/>
          </p15:clr>
        </p15:guide>
        <p15:guide id="3" pos="197">
          <p15:clr>
            <a:srgbClr val="A4A3A4"/>
          </p15:clr>
        </p15:guide>
        <p15:guide id="4" pos="2144">
          <p15:clr>
            <a:srgbClr val="A4A3A4"/>
          </p15:clr>
        </p15:guide>
        <p15:guide id="5" pos="409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A0C884-8061-2744-AB04-C9C35D67485D}" v="20" dt="2026-02-12T08:24:26.5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96" autoAdjust="0"/>
    <p:restoredTop sz="95465" autoAdjust="0"/>
  </p:normalViewPr>
  <p:slideViewPr>
    <p:cSldViewPr snapToGrid="0" snapToObjects="1" showGuides="1">
      <p:cViewPr varScale="1">
        <p:scale>
          <a:sx n="140" d="100"/>
          <a:sy n="140" d="100"/>
        </p:scale>
        <p:origin x="1216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>
        <p:guide orient="horz" pos="196"/>
        <p:guide orient="horz" pos="3127"/>
        <p:guide pos="197"/>
        <p:guide pos="2144"/>
        <p:guide pos="409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an Bergs (imec)" userId="2b8c287c-9613-46e4-a912-e941fed64953" providerId="ADAL" clId="{0470EF37-F7FF-5DF5-AC2F-C8087F43FA3D}"/>
    <pc:docChg chg="undo custSel mod addSld delSld modSld sldOrd">
      <pc:chgData name="Johan Bergs (imec)" userId="2b8c287c-9613-46e4-a912-e941fed64953" providerId="ADAL" clId="{0470EF37-F7FF-5DF5-AC2F-C8087F43FA3D}" dt="2026-02-12T15:40:58.148" v="849" actId="207"/>
      <pc:docMkLst>
        <pc:docMk/>
      </pc:docMkLst>
      <pc:sldChg chg="modSp mod">
        <pc:chgData name="Johan Bergs (imec)" userId="2b8c287c-9613-46e4-a912-e941fed64953" providerId="ADAL" clId="{0470EF37-F7FF-5DF5-AC2F-C8087F43FA3D}" dt="2026-02-12T07:58:56.959" v="157" actId="255"/>
        <pc:sldMkLst>
          <pc:docMk/>
          <pc:sldMk cId="2323801077" sldId="257"/>
        </pc:sldMkLst>
        <pc:spChg chg="mod">
          <ac:chgData name="Johan Bergs (imec)" userId="2b8c287c-9613-46e4-a912-e941fed64953" providerId="ADAL" clId="{0470EF37-F7FF-5DF5-AC2F-C8087F43FA3D}" dt="2026-02-12T07:58:56.959" v="157" actId="255"/>
          <ac:spMkLst>
            <pc:docMk/>
            <pc:sldMk cId="2323801077" sldId="257"/>
            <ac:spMk id="2" creationId="{6F0C7654-B1F8-CB41-A11C-78EAAE0B4DB9}"/>
          </ac:spMkLst>
        </pc:spChg>
        <pc:spChg chg="mod">
          <ac:chgData name="Johan Bergs (imec)" userId="2b8c287c-9613-46e4-a912-e941fed64953" providerId="ADAL" clId="{0470EF37-F7FF-5DF5-AC2F-C8087F43FA3D}" dt="2026-02-12T07:58:24.003" v="121" actId="20577"/>
          <ac:spMkLst>
            <pc:docMk/>
            <pc:sldMk cId="2323801077" sldId="257"/>
            <ac:spMk id="3" creationId="{BE59F27B-4FA1-1945-B3AE-2234EB3F591F}"/>
          </ac:spMkLst>
        </pc:spChg>
      </pc:sldChg>
      <pc:sldChg chg="add del">
        <pc:chgData name="Johan Bergs (imec)" userId="2b8c287c-9613-46e4-a912-e941fed64953" providerId="ADAL" clId="{0470EF37-F7FF-5DF5-AC2F-C8087F43FA3D}" dt="2026-02-12T08:04:31.255" v="194" actId="2696"/>
        <pc:sldMkLst>
          <pc:docMk/>
          <pc:sldMk cId="786479039" sldId="258"/>
        </pc:sldMkLst>
      </pc:sldChg>
      <pc:sldChg chg="addSp delSp modSp new mod modClrScheme chgLayout">
        <pc:chgData name="Johan Bergs (imec)" userId="2b8c287c-9613-46e4-a912-e941fed64953" providerId="ADAL" clId="{0470EF37-F7FF-5DF5-AC2F-C8087F43FA3D}" dt="2026-02-12T08:29:13.255" v="845" actId="962"/>
        <pc:sldMkLst>
          <pc:docMk/>
          <pc:sldMk cId="2455879796" sldId="258"/>
        </pc:sldMkLst>
        <pc:spChg chg="del mod ord">
          <ac:chgData name="Johan Bergs (imec)" userId="2b8c287c-9613-46e4-a912-e941fed64953" providerId="ADAL" clId="{0470EF37-F7FF-5DF5-AC2F-C8087F43FA3D}" dt="2026-02-12T08:04:43.155" v="211" actId="700"/>
          <ac:spMkLst>
            <pc:docMk/>
            <pc:sldMk cId="2455879796" sldId="258"/>
            <ac:spMk id="2" creationId="{35891CCF-65E7-82F5-A421-88A665F7370A}"/>
          </ac:spMkLst>
        </pc:spChg>
        <pc:spChg chg="del mod ord">
          <ac:chgData name="Johan Bergs (imec)" userId="2b8c287c-9613-46e4-a912-e941fed64953" providerId="ADAL" clId="{0470EF37-F7FF-5DF5-AC2F-C8087F43FA3D}" dt="2026-02-12T08:04:43.155" v="211" actId="700"/>
          <ac:spMkLst>
            <pc:docMk/>
            <pc:sldMk cId="2455879796" sldId="258"/>
            <ac:spMk id="3" creationId="{7143EE00-53A3-A8D2-97BC-7DAC944C5421}"/>
          </ac:spMkLst>
        </pc:spChg>
        <pc:spChg chg="add mod ord">
          <ac:chgData name="Johan Bergs (imec)" userId="2b8c287c-9613-46e4-a912-e941fed64953" providerId="ADAL" clId="{0470EF37-F7FF-5DF5-AC2F-C8087F43FA3D}" dt="2026-02-12T08:06:04.719" v="232" actId="26606"/>
          <ac:spMkLst>
            <pc:docMk/>
            <pc:sldMk cId="2455879796" sldId="258"/>
            <ac:spMk id="4" creationId="{C6FDCE0D-63DE-7821-4273-017E610A07BE}"/>
          </ac:spMkLst>
        </pc:spChg>
        <pc:spChg chg="add del mod ord">
          <ac:chgData name="Johan Bergs (imec)" userId="2b8c287c-9613-46e4-a912-e941fed64953" providerId="ADAL" clId="{0470EF37-F7FF-5DF5-AC2F-C8087F43FA3D}" dt="2026-02-12T08:06:33.256" v="245" actId="20577"/>
          <ac:spMkLst>
            <pc:docMk/>
            <pc:sldMk cId="2455879796" sldId="258"/>
            <ac:spMk id="5" creationId="{A266FEA9-587E-0DB0-C6DB-458ED63D8703}"/>
          </ac:spMkLst>
        </pc:spChg>
        <pc:spChg chg="add del mod ord">
          <ac:chgData name="Johan Bergs (imec)" userId="2b8c287c-9613-46e4-a912-e941fed64953" providerId="ADAL" clId="{0470EF37-F7FF-5DF5-AC2F-C8087F43FA3D}" dt="2026-02-12T08:06:38.598" v="260" actId="20577"/>
          <ac:spMkLst>
            <pc:docMk/>
            <pc:sldMk cId="2455879796" sldId="258"/>
            <ac:spMk id="6" creationId="{EE036EEF-9611-35E6-7DAA-6DB073EA1B6C}"/>
          </ac:spMkLst>
        </pc:spChg>
        <pc:spChg chg="add del mod ord">
          <ac:chgData name="Johan Bergs (imec)" userId="2b8c287c-9613-46e4-a912-e941fed64953" providerId="ADAL" clId="{0470EF37-F7FF-5DF5-AC2F-C8087F43FA3D}" dt="2026-02-12T08:05:06.560" v="225"/>
          <ac:spMkLst>
            <pc:docMk/>
            <pc:sldMk cId="2455879796" sldId="258"/>
            <ac:spMk id="7" creationId="{A91EB488-A954-9BAB-23BE-17BB4C98D748}"/>
          </ac:spMkLst>
        </pc:spChg>
        <pc:spChg chg="add del mod ord">
          <ac:chgData name="Johan Bergs (imec)" userId="2b8c287c-9613-46e4-a912-e941fed64953" providerId="ADAL" clId="{0470EF37-F7FF-5DF5-AC2F-C8087F43FA3D}" dt="2026-02-12T08:05:12.794" v="226"/>
          <ac:spMkLst>
            <pc:docMk/>
            <pc:sldMk cId="2455879796" sldId="258"/>
            <ac:spMk id="8" creationId="{49558B09-23B2-F413-F162-69ECFDBDEF20}"/>
          </ac:spMkLst>
        </pc:spChg>
        <pc:spChg chg="add del mod">
          <ac:chgData name="Johan Bergs (imec)" userId="2b8c287c-9613-46e4-a912-e941fed64953" providerId="ADAL" clId="{0470EF37-F7FF-5DF5-AC2F-C8087F43FA3D}" dt="2026-02-12T08:05:46.918" v="230"/>
          <ac:spMkLst>
            <pc:docMk/>
            <pc:sldMk cId="2455879796" sldId="258"/>
            <ac:spMk id="12" creationId="{83AD673E-928E-243D-8E1F-5A69FA3B56B0}"/>
          </ac:spMkLst>
        </pc:spChg>
        <pc:spChg chg="add del mod">
          <ac:chgData name="Johan Bergs (imec)" userId="2b8c287c-9613-46e4-a912-e941fed64953" providerId="ADAL" clId="{0470EF37-F7FF-5DF5-AC2F-C8087F43FA3D}" dt="2026-02-12T08:23:59.743" v="826"/>
          <ac:spMkLst>
            <pc:docMk/>
            <pc:sldMk cId="2455879796" sldId="258"/>
            <ac:spMk id="14" creationId="{832DB830-1216-AFF5-F282-1756340EACE5}"/>
          </ac:spMkLst>
        </pc:spChg>
        <pc:spChg chg="add del">
          <ac:chgData name="Johan Bergs (imec)" userId="2b8c287c-9613-46e4-a912-e941fed64953" providerId="ADAL" clId="{0470EF37-F7FF-5DF5-AC2F-C8087F43FA3D}" dt="2026-02-12T08:06:04.719" v="232" actId="26606"/>
          <ac:spMkLst>
            <pc:docMk/>
            <pc:sldMk cId="2455879796" sldId="258"/>
            <ac:spMk id="18" creationId="{135E65BC-DE60-549B-02BF-23FA8D4FD5DF}"/>
          </ac:spMkLst>
        </pc:spChg>
        <pc:spChg chg="add del mod">
          <ac:chgData name="Johan Bergs (imec)" userId="2b8c287c-9613-46e4-a912-e941fed64953" providerId="ADAL" clId="{0470EF37-F7FF-5DF5-AC2F-C8087F43FA3D}" dt="2026-02-12T08:24:26.598" v="830"/>
          <ac:spMkLst>
            <pc:docMk/>
            <pc:sldMk cId="2455879796" sldId="258"/>
            <ac:spMk id="19" creationId="{0201D1C2-1C35-DDC2-7000-0632BC688F21}"/>
          </ac:spMkLst>
        </pc:spChg>
        <pc:spChg chg="add del">
          <ac:chgData name="Johan Bergs (imec)" userId="2b8c287c-9613-46e4-a912-e941fed64953" providerId="ADAL" clId="{0470EF37-F7FF-5DF5-AC2F-C8087F43FA3D}" dt="2026-02-12T08:06:04.719" v="232" actId="26606"/>
          <ac:spMkLst>
            <pc:docMk/>
            <pc:sldMk cId="2455879796" sldId="258"/>
            <ac:spMk id="20" creationId="{15E0C7C1-C1B5-D1E3-F1C1-642885264FDE}"/>
          </ac:spMkLst>
        </pc:spChg>
        <pc:spChg chg="add del">
          <ac:chgData name="Johan Bergs (imec)" userId="2b8c287c-9613-46e4-a912-e941fed64953" providerId="ADAL" clId="{0470EF37-F7FF-5DF5-AC2F-C8087F43FA3D}" dt="2026-02-12T08:06:04.719" v="232" actId="26606"/>
          <ac:spMkLst>
            <pc:docMk/>
            <pc:sldMk cId="2455879796" sldId="258"/>
            <ac:spMk id="22" creationId="{07BF5668-DE2D-5641-AD1B-0CF5197D5185}"/>
          </ac:spMkLst>
        </pc:spChg>
        <pc:spChg chg="add del mod">
          <ac:chgData name="Johan Bergs (imec)" userId="2b8c287c-9613-46e4-a912-e941fed64953" providerId="ADAL" clId="{0470EF37-F7FF-5DF5-AC2F-C8087F43FA3D}" dt="2026-02-12T08:25:40.058" v="833"/>
          <ac:spMkLst>
            <pc:docMk/>
            <pc:sldMk cId="2455879796" sldId="258"/>
            <ac:spMk id="24" creationId="{CF5A9B9F-6E17-B61C-9BAE-442F5E307105}"/>
          </ac:spMkLst>
        </pc:spChg>
        <pc:spChg chg="add del mod">
          <ac:chgData name="Johan Bergs (imec)" userId="2b8c287c-9613-46e4-a912-e941fed64953" providerId="ADAL" clId="{0470EF37-F7FF-5DF5-AC2F-C8087F43FA3D}" dt="2026-02-12T08:26:25.815" v="838"/>
          <ac:spMkLst>
            <pc:docMk/>
            <pc:sldMk cId="2455879796" sldId="258"/>
            <ac:spMk id="28" creationId="{C0DB1DF2-CCAE-FE6F-8CA7-C64540177A2A}"/>
          </ac:spMkLst>
        </pc:spChg>
        <pc:spChg chg="add del mod">
          <ac:chgData name="Johan Bergs (imec)" userId="2b8c287c-9613-46e4-a912-e941fed64953" providerId="ADAL" clId="{0470EF37-F7FF-5DF5-AC2F-C8087F43FA3D}" dt="2026-02-12T08:29:12.415" v="843"/>
          <ac:spMkLst>
            <pc:docMk/>
            <pc:sldMk cId="2455879796" sldId="258"/>
            <ac:spMk id="32" creationId="{08BE99CF-6052-B2F0-DA55-169E20163A97}"/>
          </ac:spMkLst>
        </pc:spChg>
        <pc:picChg chg="add del mod ord">
          <ac:chgData name="Johan Bergs (imec)" userId="2b8c287c-9613-46e4-a912-e941fed64953" providerId="ADAL" clId="{0470EF37-F7FF-5DF5-AC2F-C8087F43FA3D}" dt="2026-02-12T08:05:03.269" v="224" actId="34307"/>
          <ac:picMkLst>
            <pc:docMk/>
            <pc:sldMk cId="2455879796" sldId="258"/>
            <ac:picMk id="9" creationId="{6B7F441C-ED70-781F-E309-CA9F1D7FFE74}"/>
          </ac:picMkLst>
        </pc:picChg>
        <pc:picChg chg="add del mod ord">
          <ac:chgData name="Johan Bergs (imec)" userId="2b8c287c-9613-46e4-a912-e941fed64953" providerId="ADAL" clId="{0470EF37-F7FF-5DF5-AC2F-C8087F43FA3D}" dt="2026-02-12T08:24:05.394" v="829" actId="478"/>
          <ac:picMkLst>
            <pc:docMk/>
            <pc:sldMk cId="2455879796" sldId="258"/>
            <ac:picMk id="10" creationId="{D698C60D-A8BF-F243-2E5D-9CC527DA032F}"/>
          </ac:picMkLst>
        </pc:picChg>
        <pc:picChg chg="add del mod">
          <ac:chgData name="Johan Bergs (imec)" userId="2b8c287c-9613-46e4-a912-e941fed64953" providerId="ADAL" clId="{0470EF37-F7FF-5DF5-AC2F-C8087F43FA3D}" dt="2026-02-12T08:05:44.562" v="229" actId="478"/>
          <ac:picMkLst>
            <pc:docMk/>
            <pc:sldMk cId="2455879796" sldId="258"/>
            <ac:picMk id="11" creationId="{4961E00B-D439-EC54-8DBF-1AB4B333C0B2}"/>
          </ac:picMkLst>
        </pc:picChg>
        <pc:picChg chg="add del mod">
          <ac:chgData name="Johan Bergs (imec)" userId="2b8c287c-9613-46e4-a912-e941fed64953" providerId="ADAL" clId="{0470EF37-F7FF-5DF5-AC2F-C8087F43FA3D}" dt="2026-02-12T08:23:56.016" v="824" actId="478"/>
          <ac:picMkLst>
            <pc:docMk/>
            <pc:sldMk cId="2455879796" sldId="258"/>
            <ac:picMk id="13" creationId="{BECDE02C-4554-01B3-DDF2-C81596761397}"/>
          </ac:picMkLst>
        </pc:picChg>
        <pc:picChg chg="add mod ord">
          <ac:chgData name="Johan Bergs (imec)" userId="2b8c287c-9613-46e4-a912-e941fed64953" providerId="ADAL" clId="{0470EF37-F7FF-5DF5-AC2F-C8087F43FA3D}" dt="2026-02-12T08:24:00.704" v="828" actId="962"/>
          <ac:picMkLst>
            <pc:docMk/>
            <pc:sldMk cId="2455879796" sldId="258"/>
            <ac:picMk id="16" creationId="{7320CD9F-8542-ED8D-CEE6-25F588EFB85C}"/>
          </ac:picMkLst>
        </pc:picChg>
        <pc:picChg chg="add del mod">
          <ac:chgData name="Johan Bergs (imec)" userId="2b8c287c-9613-46e4-a912-e941fed64953" providerId="ADAL" clId="{0470EF37-F7FF-5DF5-AC2F-C8087F43FA3D}" dt="2026-02-12T08:24:28.083" v="831" actId="478"/>
          <ac:picMkLst>
            <pc:docMk/>
            <pc:sldMk cId="2455879796" sldId="258"/>
            <ac:picMk id="21" creationId="{5C3A50C0-F1FF-1E37-A6C8-C0A7B5737B01}"/>
          </ac:picMkLst>
        </pc:picChg>
        <pc:picChg chg="add del mod ord">
          <ac:chgData name="Johan Bergs (imec)" userId="2b8c287c-9613-46e4-a912-e941fed64953" providerId="ADAL" clId="{0470EF37-F7FF-5DF5-AC2F-C8087F43FA3D}" dt="2026-02-12T08:25:42.325" v="836" actId="478"/>
          <ac:picMkLst>
            <pc:docMk/>
            <pc:sldMk cId="2455879796" sldId="258"/>
            <ac:picMk id="26" creationId="{A3D08B04-4A7F-3406-E350-AC5691A987CE}"/>
          </ac:picMkLst>
        </pc:picChg>
        <pc:picChg chg="add del mod ord">
          <ac:chgData name="Johan Bergs (imec)" userId="2b8c287c-9613-46e4-a912-e941fed64953" providerId="ADAL" clId="{0470EF37-F7FF-5DF5-AC2F-C8087F43FA3D}" dt="2026-02-12T08:26:49.027" v="841" actId="478"/>
          <ac:picMkLst>
            <pc:docMk/>
            <pc:sldMk cId="2455879796" sldId="258"/>
            <ac:picMk id="30" creationId="{C3104871-A12C-CED0-B1C1-912A835E8729}"/>
          </ac:picMkLst>
        </pc:picChg>
        <pc:picChg chg="add mod ord">
          <ac:chgData name="Johan Bergs (imec)" userId="2b8c287c-9613-46e4-a912-e941fed64953" providerId="ADAL" clId="{0470EF37-F7FF-5DF5-AC2F-C8087F43FA3D}" dt="2026-02-12T08:29:13.255" v="845" actId="962"/>
          <ac:picMkLst>
            <pc:docMk/>
            <pc:sldMk cId="2455879796" sldId="258"/>
            <ac:picMk id="34" creationId="{F6D5F704-3054-63CF-E0E7-DA6B33448C7F}"/>
          </ac:picMkLst>
        </pc:picChg>
      </pc:sldChg>
      <pc:sldChg chg="addSp delSp modSp new del mod modClrScheme chgLayout">
        <pc:chgData name="Johan Bergs (imec)" userId="2b8c287c-9613-46e4-a912-e941fed64953" providerId="ADAL" clId="{0470EF37-F7FF-5DF5-AC2F-C8087F43FA3D}" dt="2026-02-12T08:03:51.859" v="177" actId="680"/>
        <pc:sldMkLst>
          <pc:docMk/>
          <pc:sldMk cId="3668370339" sldId="258"/>
        </pc:sldMkLst>
        <pc:spChg chg="add del mod ord">
          <ac:chgData name="Johan Bergs (imec)" userId="2b8c287c-9613-46e4-a912-e941fed64953" providerId="ADAL" clId="{0470EF37-F7FF-5DF5-AC2F-C8087F43FA3D}" dt="2026-02-12T08:03:51.467" v="176" actId="700"/>
          <ac:spMkLst>
            <pc:docMk/>
            <pc:sldMk cId="3668370339" sldId="258"/>
            <ac:spMk id="2" creationId="{D72D1059-9E74-6B1A-8564-0EFB7F1A9FA2}"/>
          </ac:spMkLst>
        </pc:spChg>
        <pc:spChg chg="add del mod ord">
          <ac:chgData name="Johan Bergs (imec)" userId="2b8c287c-9613-46e4-a912-e941fed64953" providerId="ADAL" clId="{0470EF37-F7FF-5DF5-AC2F-C8087F43FA3D}" dt="2026-02-12T08:03:51.467" v="176" actId="700"/>
          <ac:spMkLst>
            <pc:docMk/>
            <pc:sldMk cId="3668370339" sldId="258"/>
            <ac:spMk id="3" creationId="{C8470A10-4E35-2170-91FF-7F7428A81C0A}"/>
          </ac:spMkLst>
        </pc:spChg>
        <pc:spChg chg="add del mod ord">
          <ac:chgData name="Johan Bergs (imec)" userId="2b8c287c-9613-46e4-a912-e941fed64953" providerId="ADAL" clId="{0470EF37-F7FF-5DF5-AC2F-C8087F43FA3D}" dt="2026-02-12T08:03:51.467" v="176" actId="700"/>
          <ac:spMkLst>
            <pc:docMk/>
            <pc:sldMk cId="3668370339" sldId="258"/>
            <ac:spMk id="4" creationId="{3C6B1A6D-D6CF-4DE8-9F7E-6BDDEB347E11}"/>
          </ac:spMkLst>
        </pc:spChg>
        <pc:spChg chg="add del mod ord">
          <ac:chgData name="Johan Bergs (imec)" userId="2b8c287c-9613-46e4-a912-e941fed64953" providerId="ADAL" clId="{0470EF37-F7FF-5DF5-AC2F-C8087F43FA3D}" dt="2026-02-12T08:03:51.467" v="176" actId="700"/>
          <ac:spMkLst>
            <pc:docMk/>
            <pc:sldMk cId="3668370339" sldId="258"/>
            <ac:spMk id="5" creationId="{B0BA87D4-F477-2CA4-57E8-5E2F8F706D63}"/>
          </ac:spMkLst>
        </pc:spChg>
        <pc:spChg chg="add del mod ord">
          <ac:chgData name="Johan Bergs (imec)" userId="2b8c287c-9613-46e4-a912-e941fed64953" providerId="ADAL" clId="{0470EF37-F7FF-5DF5-AC2F-C8087F43FA3D}" dt="2026-02-12T08:03:51.467" v="176" actId="700"/>
          <ac:spMkLst>
            <pc:docMk/>
            <pc:sldMk cId="3668370339" sldId="258"/>
            <ac:spMk id="6" creationId="{3752686B-DBAC-D9D5-231A-AE79D6DA55D3}"/>
          </ac:spMkLst>
        </pc:spChg>
      </pc:sldChg>
      <pc:sldChg chg="add del">
        <pc:chgData name="Johan Bergs (imec)" userId="2b8c287c-9613-46e4-a912-e941fed64953" providerId="ADAL" clId="{0470EF37-F7FF-5DF5-AC2F-C8087F43FA3D}" dt="2026-02-12T08:04:31.291" v="209" actId="2696"/>
        <pc:sldMkLst>
          <pc:docMk/>
          <pc:sldMk cId="964587325" sldId="259"/>
        </pc:sldMkLst>
      </pc:sldChg>
      <pc:sldChg chg="addSp delSp modSp new mod modClrScheme chgLayout">
        <pc:chgData name="Johan Bergs (imec)" userId="2b8c287c-9613-46e4-a912-e941fed64953" providerId="ADAL" clId="{0470EF37-F7FF-5DF5-AC2F-C8087F43FA3D}" dt="2026-02-12T15:27:25.463" v="848" actId="20577"/>
        <pc:sldMkLst>
          <pc:docMk/>
          <pc:sldMk cId="1573552835" sldId="259"/>
        </pc:sldMkLst>
        <pc:spChg chg="mod ord">
          <ac:chgData name="Johan Bergs (imec)" userId="2b8c287c-9613-46e4-a912-e941fed64953" providerId="ADAL" clId="{0470EF37-F7FF-5DF5-AC2F-C8087F43FA3D}" dt="2026-02-12T08:06:54.300" v="262" actId="700"/>
          <ac:spMkLst>
            <pc:docMk/>
            <pc:sldMk cId="1573552835" sldId="259"/>
            <ac:spMk id="2" creationId="{F1C1BFFE-87C2-3FF1-741C-531B9C15D8DA}"/>
          </ac:spMkLst>
        </pc:spChg>
        <pc:spChg chg="del mod ord">
          <ac:chgData name="Johan Bergs (imec)" userId="2b8c287c-9613-46e4-a912-e941fed64953" providerId="ADAL" clId="{0470EF37-F7FF-5DF5-AC2F-C8087F43FA3D}" dt="2026-02-12T08:06:54.300" v="262" actId="700"/>
          <ac:spMkLst>
            <pc:docMk/>
            <pc:sldMk cId="1573552835" sldId="259"/>
            <ac:spMk id="3" creationId="{AE9A0FC6-4F7C-F9B3-B649-7BD05AE6A84E}"/>
          </ac:spMkLst>
        </pc:spChg>
        <pc:spChg chg="del">
          <ac:chgData name="Johan Bergs (imec)" userId="2b8c287c-9613-46e4-a912-e941fed64953" providerId="ADAL" clId="{0470EF37-F7FF-5DF5-AC2F-C8087F43FA3D}" dt="2026-02-12T08:06:54.300" v="262" actId="700"/>
          <ac:spMkLst>
            <pc:docMk/>
            <pc:sldMk cId="1573552835" sldId="259"/>
            <ac:spMk id="4" creationId="{0837EBEA-8E59-A174-F830-BC1B669806CD}"/>
          </ac:spMkLst>
        </pc:spChg>
        <pc:spChg chg="del">
          <ac:chgData name="Johan Bergs (imec)" userId="2b8c287c-9613-46e4-a912-e941fed64953" providerId="ADAL" clId="{0470EF37-F7FF-5DF5-AC2F-C8087F43FA3D}" dt="2026-02-12T08:06:54.300" v="262" actId="700"/>
          <ac:spMkLst>
            <pc:docMk/>
            <pc:sldMk cId="1573552835" sldId="259"/>
            <ac:spMk id="5" creationId="{24DFDB94-312D-07D3-54FD-4206F590B6AD}"/>
          </ac:spMkLst>
        </pc:spChg>
        <pc:spChg chg="del">
          <ac:chgData name="Johan Bergs (imec)" userId="2b8c287c-9613-46e4-a912-e941fed64953" providerId="ADAL" clId="{0470EF37-F7FF-5DF5-AC2F-C8087F43FA3D}" dt="2026-02-12T08:06:54.300" v="262" actId="700"/>
          <ac:spMkLst>
            <pc:docMk/>
            <pc:sldMk cId="1573552835" sldId="259"/>
            <ac:spMk id="6" creationId="{FF959847-FF37-49CF-9C54-C5BAFC52CA84}"/>
          </ac:spMkLst>
        </pc:spChg>
        <pc:spChg chg="del mod ord">
          <ac:chgData name="Johan Bergs (imec)" userId="2b8c287c-9613-46e4-a912-e941fed64953" providerId="ADAL" clId="{0470EF37-F7FF-5DF5-AC2F-C8087F43FA3D}" dt="2026-02-12T08:06:54.300" v="262" actId="700"/>
          <ac:spMkLst>
            <pc:docMk/>
            <pc:sldMk cId="1573552835" sldId="259"/>
            <ac:spMk id="7" creationId="{E6E359F0-EE6B-FA1C-5EDB-9D82BB6C66FF}"/>
          </ac:spMkLst>
        </pc:spChg>
        <pc:spChg chg="add mod ord">
          <ac:chgData name="Johan Bergs (imec)" userId="2b8c287c-9613-46e4-a912-e941fed64953" providerId="ADAL" clId="{0470EF37-F7FF-5DF5-AC2F-C8087F43FA3D}" dt="2026-02-12T08:07:00.978" v="263"/>
          <ac:spMkLst>
            <pc:docMk/>
            <pc:sldMk cId="1573552835" sldId="259"/>
            <ac:spMk id="8" creationId="{99440EBE-23FE-85F9-B732-B05CD0027044}"/>
          </ac:spMkLst>
        </pc:spChg>
        <pc:spChg chg="add mod ord">
          <ac:chgData name="Johan Bergs (imec)" userId="2b8c287c-9613-46e4-a912-e941fed64953" providerId="ADAL" clId="{0470EF37-F7FF-5DF5-AC2F-C8087F43FA3D}" dt="2026-02-12T15:27:25.463" v="848" actId="20577"/>
          <ac:spMkLst>
            <pc:docMk/>
            <pc:sldMk cId="1573552835" sldId="259"/>
            <ac:spMk id="9" creationId="{13884088-731D-0014-3036-F78ABB71169B}"/>
          </ac:spMkLst>
        </pc:spChg>
      </pc:sldChg>
      <pc:sldChg chg="add del">
        <pc:chgData name="Johan Bergs (imec)" userId="2b8c287c-9613-46e4-a912-e941fed64953" providerId="ADAL" clId="{0470EF37-F7FF-5DF5-AC2F-C8087F43FA3D}" dt="2026-02-12T08:04:31.260" v="195" actId="2696"/>
        <pc:sldMkLst>
          <pc:docMk/>
          <pc:sldMk cId="772609293" sldId="260"/>
        </pc:sldMkLst>
      </pc:sldChg>
      <pc:sldChg chg="addSp delSp modSp new mod modClrScheme chgLayout">
        <pc:chgData name="Johan Bergs (imec)" userId="2b8c287c-9613-46e4-a912-e941fed64953" providerId="ADAL" clId="{0470EF37-F7FF-5DF5-AC2F-C8087F43FA3D}" dt="2026-02-12T08:12:35.037" v="378" actId="20577"/>
        <pc:sldMkLst>
          <pc:docMk/>
          <pc:sldMk cId="1144389006" sldId="260"/>
        </pc:sldMkLst>
        <pc:spChg chg="mod ord">
          <ac:chgData name="Johan Bergs (imec)" userId="2b8c287c-9613-46e4-a912-e941fed64953" providerId="ADAL" clId="{0470EF37-F7FF-5DF5-AC2F-C8087F43FA3D}" dt="2026-02-12T08:07:26.883" v="268" actId="700"/>
          <ac:spMkLst>
            <pc:docMk/>
            <pc:sldMk cId="1144389006" sldId="260"/>
            <ac:spMk id="2" creationId="{878BFAFD-BD7F-8AF0-0D70-0AED9AA8E53A}"/>
          </ac:spMkLst>
        </pc:spChg>
        <pc:spChg chg="del mod ord">
          <ac:chgData name="Johan Bergs (imec)" userId="2b8c287c-9613-46e4-a912-e941fed64953" providerId="ADAL" clId="{0470EF37-F7FF-5DF5-AC2F-C8087F43FA3D}" dt="2026-02-12T08:07:26.883" v="268" actId="700"/>
          <ac:spMkLst>
            <pc:docMk/>
            <pc:sldMk cId="1144389006" sldId="260"/>
            <ac:spMk id="3" creationId="{1C77D649-0F32-E65C-3A39-A20A6B8867C6}"/>
          </ac:spMkLst>
        </pc:spChg>
        <pc:spChg chg="del">
          <ac:chgData name="Johan Bergs (imec)" userId="2b8c287c-9613-46e4-a912-e941fed64953" providerId="ADAL" clId="{0470EF37-F7FF-5DF5-AC2F-C8087F43FA3D}" dt="2026-02-12T08:07:26.883" v="268" actId="700"/>
          <ac:spMkLst>
            <pc:docMk/>
            <pc:sldMk cId="1144389006" sldId="260"/>
            <ac:spMk id="4" creationId="{56E5A817-0F1E-A1A1-A34E-E086888025DA}"/>
          </ac:spMkLst>
        </pc:spChg>
        <pc:spChg chg="del mod ord">
          <ac:chgData name="Johan Bergs (imec)" userId="2b8c287c-9613-46e4-a912-e941fed64953" providerId="ADAL" clId="{0470EF37-F7FF-5DF5-AC2F-C8087F43FA3D}" dt="2026-02-12T08:07:26.883" v="268" actId="700"/>
          <ac:spMkLst>
            <pc:docMk/>
            <pc:sldMk cId="1144389006" sldId="260"/>
            <ac:spMk id="5" creationId="{D6095D1D-EF1E-6C78-6FB4-4F70D903509E}"/>
          </ac:spMkLst>
        </pc:spChg>
        <pc:spChg chg="add mod ord">
          <ac:chgData name="Johan Bergs (imec)" userId="2b8c287c-9613-46e4-a912-e941fed64953" providerId="ADAL" clId="{0470EF37-F7FF-5DF5-AC2F-C8087F43FA3D}" dt="2026-02-12T08:07:49.071" v="273"/>
          <ac:spMkLst>
            <pc:docMk/>
            <pc:sldMk cId="1144389006" sldId="260"/>
            <ac:spMk id="6" creationId="{B1F3C7AA-1BD7-FE47-B55D-78E4C7E81236}"/>
          </ac:spMkLst>
        </pc:spChg>
        <pc:spChg chg="add mod ord">
          <ac:chgData name="Johan Bergs (imec)" userId="2b8c287c-9613-46e4-a912-e941fed64953" providerId="ADAL" clId="{0470EF37-F7FF-5DF5-AC2F-C8087F43FA3D}" dt="2026-02-12T08:12:35.037" v="378" actId="20577"/>
          <ac:spMkLst>
            <pc:docMk/>
            <pc:sldMk cId="1144389006" sldId="260"/>
            <ac:spMk id="7" creationId="{06E80BE4-D521-6307-2B47-839D249293CF}"/>
          </ac:spMkLst>
        </pc:spChg>
      </pc:sldChg>
      <pc:sldChg chg="add del">
        <pc:chgData name="Johan Bergs (imec)" userId="2b8c287c-9613-46e4-a912-e941fed64953" providerId="ADAL" clId="{0470EF37-F7FF-5DF5-AC2F-C8087F43FA3D}" dt="2026-02-12T08:04:31.262" v="196" actId="2696"/>
        <pc:sldMkLst>
          <pc:docMk/>
          <pc:sldMk cId="557475416" sldId="261"/>
        </pc:sldMkLst>
      </pc:sldChg>
      <pc:sldChg chg="addSp delSp modSp new mod modClrScheme chgLayout">
        <pc:chgData name="Johan Bergs (imec)" userId="2b8c287c-9613-46e4-a912-e941fed64953" providerId="ADAL" clId="{0470EF37-F7FF-5DF5-AC2F-C8087F43FA3D}" dt="2026-02-12T08:21:15.109" v="794" actId="207"/>
        <pc:sldMkLst>
          <pc:docMk/>
          <pc:sldMk cId="1889085483" sldId="261"/>
        </pc:sldMkLst>
        <pc:spChg chg="mod ord">
          <ac:chgData name="Johan Bergs (imec)" userId="2b8c287c-9613-46e4-a912-e941fed64953" providerId="ADAL" clId="{0470EF37-F7FF-5DF5-AC2F-C8087F43FA3D}" dt="2026-02-12T08:18:27.240" v="587" actId="700"/>
          <ac:spMkLst>
            <pc:docMk/>
            <pc:sldMk cId="1889085483" sldId="261"/>
            <ac:spMk id="2" creationId="{B0FDCC59-0CC3-DEC3-9865-B8C7715B0949}"/>
          </ac:spMkLst>
        </pc:spChg>
        <pc:spChg chg="del mod ord">
          <ac:chgData name="Johan Bergs (imec)" userId="2b8c287c-9613-46e4-a912-e941fed64953" providerId="ADAL" clId="{0470EF37-F7FF-5DF5-AC2F-C8087F43FA3D}" dt="2026-02-12T08:09:24.159" v="283" actId="700"/>
          <ac:spMkLst>
            <pc:docMk/>
            <pc:sldMk cId="1889085483" sldId="261"/>
            <ac:spMk id="3" creationId="{F83FB59F-5259-FF18-7BB3-598AB3B55FF4}"/>
          </ac:spMkLst>
        </pc:spChg>
        <pc:spChg chg="del">
          <ac:chgData name="Johan Bergs (imec)" userId="2b8c287c-9613-46e4-a912-e941fed64953" providerId="ADAL" clId="{0470EF37-F7FF-5DF5-AC2F-C8087F43FA3D}" dt="2026-02-12T08:09:24.159" v="283" actId="700"/>
          <ac:spMkLst>
            <pc:docMk/>
            <pc:sldMk cId="1889085483" sldId="261"/>
            <ac:spMk id="4" creationId="{4EA613B0-F723-2928-5F24-64C7A562AEF7}"/>
          </ac:spMkLst>
        </pc:spChg>
        <pc:spChg chg="del mod ord">
          <ac:chgData name="Johan Bergs (imec)" userId="2b8c287c-9613-46e4-a912-e941fed64953" providerId="ADAL" clId="{0470EF37-F7FF-5DF5-AC2F-C8087F43FA3D}" dt="2026-02-12T08:09:24.159" v="283" actId="700"/>
          <ac:spMkLst>
            <pc:docMk/>
            <pc:sldMk cId="1889085483" sldId="261"/>
            <ac:spMk id="5" creationId="{6DFE7E06-7458-5CD1-708C-E917C9EB3D1D}"/>
          </ac:spMkLst>
        </pc:spChg>
        <pc:spChg chg="add del mod ord">
          <ac:chgData name="Johan Bergs (imec)" userId="2b8c287c-9613-46e4-a912-e941fed64953" providerId="ADAL" clId="{0470EF37-F7FF-5DF5-AC2F-C8087F43FA3D}" dt="2026-02-12T08:12:52.605" v="379" actId="700"/>
          <ac:spMkLst>
            <pc:docMk/>
            <pc:sldMk cId="1889085483" sldId="261"/>
            <ac:spMk id="6" creationId="{C78A57A9-34F9-0A89-F586-1210E582ADC1}"/>
          </ac:spMkLst>
        </pc:spChg>
        <pc:spChg chg="add del mod ord">
          <ac:chgData name="Johan Bergs (imec)" userId="2b8c287c-9613-46e4-a912-e941fed64953" providerId="ADAL" clId="{0470EF37-F7FF-5DF5-AC2F-C8087F43FA3D}" dt="2026-02-12T08:12:52.605" v="379" actId="700"/>
          <ac:spMkLst>
            <pc:docMk/>
            <pc:sldMk cId="1889085483" sldId="261"/>
            <ac:spMk id="7" creationId="{E52808FA-24E2-3B74-8F16-2F0D437EB5BD}"/>
          </ac:spMkLst>
        </pc:spChg>
        <pc:spChg chg="add mod ord">
          <ac:chgData name="Johan Bergs (imec)" userId="2b8c287c-9613-46e4-a912-e941fed64953" providerId="ADAL" clId="{0470EF37-F7FF-5DF5-AC2F-C8087F43FA3D}" dt="2026-02-12T08:18:27.240" v="587" actId="700"/>
          <ac:spMkLst>
            <pc:docMk/>
            <pc:sldMk cId="1889085483" sldId="261"/>
            <ac:spMk id="8" creationId="{87CEA9BA-A0E3-895F-D18C-5D86CD1B449F}"/>
          </ac:spMkLst>
        </pc:spChg>
        <pc:spChg chg="add del mod ord">
          <ac:chgData name="Johan Bergs (imec)" userId="2b8c287c-9613-46e4-a912-e941fed64953" providerId="ADAL" clId="{0470EF37-F7FF-5DF5-AC2F-C8087F43FA3D}" dt="2026-02-12T08:18:27.240" v="587" actId="700"/>
          <ac:spMkLst>
            <pc:docMk/>
            <pc:sldMk cId="1889085483" sldId="261"/>
            <ac:spMk id="9" creationId="{E7B6253F-75AB-FED3-066C-C93AB12F7DEE}"/>
          </ac:spMkLst>
        </pc:spChg>
        <pc:spChg chg="add del mod ord">
          <ac:chgData name="Johan Bergs (imec)" userId="2b8c287c-9613-46e4-a912-e941fed64953" providerId="ADAL" clId="{0470EF37-F7FF-5DF5-AC2F-C8087F43FA3D}" dt="2026-02-12T08:18:27.240" v="587" actId="700"/>
          <ac:spMkLst>
            <pc:docMk/>
            <pc:sldMk cId="1889085483" sldId="261"/>
            <ac:spMk id="10" creationId="{96C283E3-7B33-96B4-7712-9305519B7FD0}"/>
          </ac:spMkLst>
        </pc:spChg>
        <pc:spChg chg="add del mod ord">
          <ac:chgData name="Johan Bergs (imec)" userId="2b8c287c-9613-46e4-a912-e941fed64953" providerId="ADAL" clId="{0470EF37-F7FF-5DF5-AC2F-C8087F43FA3D}" dt="2026-02-12T08:18:27.240" v="587" actId="700"/>
          <ac:spMkLst>
            <pc:docMk/>
            <pc:sldMk cId="1889085483" sldId="261"/>
            <ac:spMk id="11" creationId="{AF520227-6CD2-236F-6951-4C8750FEE4AE}"/>
          </ac:spMkLst>
        </pc:spChg>
        <pc:spChg chg="add del mod ord">
          <ac:chgData name="Johan Bergs (imec)" userId="2b8c287c-9613-46e4-a912-e941fed64953" providerId="ADAL" clId="{0470EF37-F7FF-5DF5-AC2F-C8087F43FA3D}" dt="2026-02-12T08:13:07.813" v="380" actId="3680"/>
          <ac:spMkLst>
            <pc:docMk/>
            <pc:sldMk cId="1889085483" sldId="261"/>
            <ac:spMk id="12" creationId="{3DF82834-6843-43A5-2DF3-7FAA36EFFDD3}"/>
          </ac:spMkLst>
        </pc:spChg>
        <pc:spChg chg="add del mod ord">
          <ac:chgData name="Johan Bergs (imec)" userId="2b8c287c-9613-46e4-a912-e941fed64953" providerId="ADAL" clId="{0470EF37-F7FF-5DF5-AC2F-C8087F43FA3D}" dt="2026-02-12T08:18:27.240" v="587" actId="700"/>
          <ac:spMkLst>
            <pc:docMk/>
            <pc:sldMk cId="1889085483" sldId="261"/>
            <ac:spMk id="13" creationId="{A7D5B7E9-67C2-0E24-5117-A4E926A9EC09}"/>
          </ac:spMkLst>
        </pc:spChg>
        <pc:spChg chg="add del mod ord">
          <ac:chgData name="Johan Bergs (imec)" userId="2b8c287c-9613-46e4-a912-e941fed64953" providerId="ADAL" clId="{0470EF37-F7FF-5DF5-AC2F-C8087F43FA3D}" dt="2026-02-12T08:18:27.240" v="587" actId="700"/>
          <ac:spMkLst>
            <pc:docMk/>
            <pc:sldMk cId="1889085483" sldId="261"/>
            <ac:spMk id="14" creationId="{86BC4CD4-8685-10B7-9486-76E0355FE0EF}"/>
          </ac:spMkLst>
        </pc:spChg>
        <pc:spChg chg="add mod ord">
          <ac:chgData name="Johan Bergs (imec)" userId="2b8c287c-9613-46e4-a912-e941fed64953" providerId="ADAL" clId="{0470EF37-F7FF-5DF5-AC2F-C8087F43FA3D}" dt="2026-02-12T08:18:32.116" v="594" actId="20577"/>
          <ac:spMkLst>
            <pc:docMk/>
            <pc:sldMk cId="1889085483" sldId="261"/>
            <ac:spMk id="16" creationId="{CE47C8BB-4A9B-8CC0-5371-3755CF45731A}"/>
          </ac:spMkLst>
        </pc:spChg>
        <pc:spChg chg="add mod ord">
          <ac:chgData name="Johan Bergs (imec)" userId="2b8c287c-9613-46e4-a912-e941fed64953" providerId="ADAL" clId="{0470EF37-F7FF-5DF5-AC2F-C8087F43FA3D}" dt="2026-02-12T08:18:35.539" v="603" actId="20577"/>
          <ac:spMkLst>
            <pc:docMk/>
            <pc:sldMk cId="1889085483" sldId="261"/>
            <ac:spMk id="17" creationId="{A204C8D8-76AF-65AF-DCA5-AFE3D0DD8F71}"/>
          </ac:spMkLst>
        </pc:spChg>
        <pc:spChg chg="add del mod ord">
          <ac:chgData name="Johan Bergs (imec)" userId="2b8c287c-9613-46e4-a912-e941fed64953" providerId="ADAL" clId="{0470EF37-F7FF-5DF5-AC2F-C8087F43FA3D}" dt="2026-02-12T08:18:50.949" v="604" actId="3680"/>
          <ac:spMkLst>
            <pc:docMk/>
            <pc:sldMk cId="1889085483" sldId="261"/>
            <ac:spMk id="18" creationId="{5A7C7C37-3CAA-4027-C108-5B84EA6E1780}"/>
          </ac:spMkLst>
        </pc:spChg>
        <pc:graphicFrameChg chg="add mod ord modGraphic">
          <ac:chgData name="Johan Bergs (imec)" userId="2b8c287c-9613-46e4-a912-e941fed64953" providerId="ADAL" clId="{0470EF37-F7FF-5DF5-AC2F-C8087F43FA3D}" dt="2026-02-12T08:14:03.660" v="468" actId="20577"/>
          <ac:graphicFrameMkLst>
            <pc:docMk/>
            <pc:sldMk cId="1889085483" sldId="261"/>
            <ac:graphicFrameMk id="15" creationId="{FE05C258-FE25-BA11-9D0C-BDB78D7BE4AC}"/>
          </ac:graphicFrameMkLst>
        </pc:graphicFrameChg>
        <pc:graphicFrameChg chg="add mod ord modGraphic">
          <ac:chgData name="Johan Bergs (imec)" userId="2b8c287c-9613-46e4-a912-e941fed64953" providerId="ADAL" clId="{0470EF37-F7FF-5DF5-AC2F-C8087F43FA3D}" dt="2026-02-12T08:21:15.109" v="794" actId="207"/>
          <ac:graphicFrameMkLst>
            <pc:docMk/>
            <pc:sldMk cId="1889085483" sldId="261"/>
            <ac:graphicFrameMk id="19" creationId="{7A95E9E9-AFE6-9763-FD6B-3FF3942B4768}"/>
          </ac:graphicFrameMkLst>
        </pc:graphicFrameChg>
      </pc:sldChg>
      <pc:sldChg chg="add del">
        <pc:chgData name="Johan Bergs (imec)" userId="2b8c287c-9613-46e4-a912-e941fed64953" providerId="ADAL" clId="{0470EF37-F7FF-5DF5-AC2F-C8087F43FA3D}" dt="2026-02-12T08:04:31.268" v="202" actId="2696"/>
        <pc:sldMkLst>
          <pc:docMk/>
          <pc:sldMk cId="902727841" sldId="262"/>
        </pc:sldMkLst>
      </pc:sldChg>
      <pc:sldChg chg="addSp delSp modSp new mod ord modClrScheme chgLayout">
        <pc:chgData name="Johan Bergs (imec)" userId="2b8c287c-9613-46e4-a912-e941fed64953" providerId="ADAL" clId="{0470EF37-F7FF-5DF5-AC2F-C8087F43FA3D}" dt="2026-02-12T08:29:41.653" v="846" actId="20578"/>
        <pc:sldMkLst>
          <pc:docMk/>
          <pc:sldMk cId="1685646569" sldId="262"/>
        </pc:sldMkLst>
        <pc:spChg chg="mod ord">
          <ac:chgData name="Johan Bergs (imec)" userId="2b8c287c-9613-46e4-a912-e941fed64953" providerId="ADAL" clId="{0470EF37-F7FF-5DF5-AC2F-C8087F43FA3D}" dt="2026-02-12T08:14:18.220" v="483" actId="700"/>
          <ac:spMkLst>
            <pc:docMk/>
            <pc:sldMk cId="1685646569" sldId="262"/>
            <ac:spMk id="2" creationId="{19519A04-C648-21AE-86AF-7BC2BC81D4EF}"/>
          </ac:spMkLst>
        </pc:spChg>
        <pc:spChg chg="del mod ord">
          <ac:chgData name="Johan Bergs (imec)" userId="2b8c287c-9613-46e4-a912-e941fed64953" providerId="ADAL" clId="{0470EF37-F7FF-5DF5-AC2F-C8087F43FA3D}" dt="2026-02-12T08:14:18.220" v="483" actId="700"/>
          <ac:spMkLst>
            <pc:docMk/>
            <pc:sldMk cId="1685646569" sldId="262"/>
            <ac:spMk id="3" creationId="{DB13AAD1-634A-0D04-AC52-7A3562B260C8}"/>
          </ac:spMkLst>
        </pc:spChg>
        <pc:spChg chg="del">
          <ac:chgData name="Johan Bergs (imec)" userId="2b8c287c-9613-46e4-a912-e941fed64953" providerId="ADAL" clId="{0470EF37-F7FF-5DF5-AC2F-C8087F43FA3D}" dt="2026-02-12T08:14:18.220" v="483" actId="700"/>
          <ac:spMkLst>
            <pc:docMk/>
            <pc:sldMk cId="1685646569" sldId="262"/>
            <ac:spMk id="4" creationId="{FD1DF008-3D8A-3AF3-1D71-200788FCF43C}"/>
          </ac:spMkLst>
        </pc:spChg>
        <pc:spChg chg="del">
          <ac:chgData name="Johan Bergs (imec)" userId="2b8c287c-9613-46e4-a912-e941fed64953" providerId="ADAL" clId="{0470EF37-F7FF-5DF5-AC2F-C8087F43FA3D}" dt="2026-02-12T08:14:18.220" v="483" actId="700"/>
          <ac:spMkLst>
            <pc:docMk/>
            <pc:sldMk cId="1685646569" sldId="262"/>
            <ac:spMk id="5" creationId="{EE2E29A8-D98E-B769-E35B-61ABA5C2A3B1}"/>
          </ac:spMkLst>
        </pc:spChg>
        <pc:spChg chg="del">
          <ac:chgData name="Johan Bergs (imec)" userId="2b8c287c-9613-46e4-a912-e941fed64953" providerId="ADAL" clId="{0470EF37-F7FF-5DF5-AC2F-C8087F43FA3D}" dt="2026-02-12T08:14:18.220" v="483" actId="700"/>
          <ac:spMkLst>
            <pc:docMk/>
            <pc:sldMk cId="1685646569" sldId="262"/>
            <ac:spMk id="6" creationId="{F33CB545-0CAA-BFA9-62B8-3242BA181E46}"/>
          </ac:spMkLst>
        </pc:spChg>
        <pc:spChg chg="del">
          <ac:chgData name="Johan Bergs (imec)" userId="2b8c287c-9613-46e4-a912-e941fed64953" providerId="ADAL" clId="{0470EF37-F7FF-5DF5-AC2F-C8087F43FA3D}" dt="2026-02-12T08:14:18.220" v="483" actId="700"/>
          <ac:spMkLst>
            <pc:docMk/>
            <pc:sldMk cId="1685646569" sldId="262"/>
            <ac:spMk id="7" creationId="{E2F0E729-0EAC-0E81-4A30-67CAE9E9D8A1}"/>
          </ac:spMkLst>
        </pc:spChg>
        <pc:spChg chg="del">
          <ac:chgData name="Johan Bergs (imec)" userId="2b8c287c-9613-46e4-a912-e941fed64953" providerId="ADAL" clId="{0470EF37-F7FF-5DF5-AC2F-C8087F43FA3D}" dt="2026-02-12T08:14:18.220" v="483" actId="700"/>
          <ac:spMkLst>
            <pc:docMk/>
            <pc:sldMk cId="1685646569" sldId="262"/>
            <ac:spMk id="8" creationId="{913B7CCD-A0ED-681A-768A-92EFCCA39F3A}"/>
          </ac:spMkLst>
        </pc:spChg>
        <pc:spChg chg="mod ord">
          <ac:chgData name="Johan Bergs (imec)" userId="2b8c287c-9613-46e4-a912-e941fed64953" providerId="ADAL" clId="{0470EF37-F7FF-5DF5-AC2F-C8087F43FA3D}" dt="2026-02-12T08:14:18.220" v="483" actId="700"/>
          <ac:spMkLst>
            <pc:docMk/>
            <pc:sldMk cId="1685646569" sldId="262"/>
            <ac:spMk id="9" creationId="{024CC1D5-C687-D1CD-D3CE-2D30F6E169AF}"/>
          </ac:spMkLst>
        </pc:spChg>
        <pc:spChg chg="add mod ord">
          <ac:chgData name="Johan Bergs (imec)" userId="2b8c287c-9613-46e4-a912-e941fed64953" providerId="ADAL" clId="{0470EF37-F7FF-5DF5-AC2F-C8087F43FA3D}" dt="2026-02-12T08:16:29.326" v="557" actId="14"/>
          <ac:spMkLst>
            <pc:docMk/>
            <pc:sldMk cId="1685646569" sldId="262"/>
            <ac:spMk id="10" creationId="{F13AB254-3119-50D0-C0C8-6AF780D17750}"/>
          </ac:spMkLst>
        </pc:spChg>
      </pc:sldChg>
      <pc:sldChg chg="add del">
        <pc:chgData name="Johan Bergs (imec)" userId="2b8c287c-9613-46e4-a912-e941fed64953" providerId="ADAL" clId="{0470EF37-F7FF-5DF5-AC2F-C8087F43FA3D}" dt="2026-02-12T08:04:31.267" v="200" actId="2696"/>
        <pc:sldMkLst>
          <pc:docMk/>
          <pc:sldMk cId="2312757786" sldId="263"/>
        </pc:sldMkLst>
      </pc:sldChg>
      <pc:sldChg chg="addSp delSp modSp new mod modClrScheme chgLayout">
        <pc:chgData name="Johan Bergs (imec)" userId="2b8c287c-9613-46e4-a912-e941fed64953" providerId="ADAL" clId="{0470EF37-F7FF-5DF5-AC2F-C8087F43FA3D}" dt="2026-02-12T15:40:58.148" v="849" actId="207"/>
        <pc:sldMkLst>
          <pc:docMk/>
          <pc:sldMk cId="3993496431" sldId="263"/>
        </pc:sldMkLst>
        <pc:spChg chg="mod ord">
          <ac:chgData name="Johan Bergs (imec)" userId="2b8c287c-9613-46e4-a912-e941fed64953" providerId="ADAL" clId="{0470EF37-F7FF-5DF5-AC2F-C8087F43FA3D}" dt="2026-02-12T08:17:41.568" v="564" actId="700"/>
          <ac:spMkLst>
            <pc:docMk/>
            <pc:sldMk cId="3993496431" sldId="263"/>
            <ac:spMk id="2" creationId="{1E109696-3502-4C94-3571-4FACE2B1D72B}"/>
          </ac:spMkLst>
        </pc:spChg>
        <pc:spChg chg="del mod ord">
          <ac:chgData name="Johan Bergs (imec)" userId="2b8c287c-9613-46e4-a912-e941fed64953" providerId="ADAL" clId="{0470EF37-F7FF-5DF5-AC2F-C8087F43FA3D}" dt="2026-02-12T08:16:51.535" v="559" actId="700"/>
          <ac:spMkLst>
            <pc:docMk/>
            <pc:sldMk cId="3993496431" sldId="263"/>
            <ac:spMk id="3" creationId="{51B81E0E-FFB3-885B-21C2-3BC3E1ECB8A2}"/>
          </ac:spMkLst>
        </pc:spChg>
        <pc:spChg chg="del mod ord">
          <ac:chgData name="Johan Bergs (imec)" userId="2b8c287c-9613-46e4-a912-e941fed64953" providerId="ADAL" clId="{0470EF37-F7FF-5DF5-AC2F-C8087F43FA3D}" dt="2026-02-12T08:16:51.535" v="559" actId="700"/>
          <ac:spMkLst>
            <pc:docMk/>
            <pc:sldMk cId="3993496431" sldId="263"/>
            <ac:spMk id="4" creationId="{1C832C09-AC25-E994-B596-D8AC9642C0C4}"/>
          </ac:spMkLst>
        </pc:spChg>
        <pc:spChg chg="del">
          <ac:chgData name="Johan Bergs (imec)" userId="2b8c287c-9613-46e4-a912-e941fed64953" providerId="ADAL" clId="{0470EF37-F7FF-5DF5-AC2F-C8087F43FA3D}" dt="2026-02-12T08:16:51.535" v="559" actId="700"/>
          <ac:spMkLst>
            <pc:docMk/>
            <pc:sldMk cId="3993496431" sldId="263"/>
            <ac:spMk id="5" creationId="{E3991760-D695-7E07-8DFA-1C405304638C}"/>
          </ac:spMkLst>
        </pc:spChg>
        <pc:spChg chg="add del mod ord">
          <ac:chgData name="Johan Bergs (imec)" userId="2b8c287c-9613-46e4-a912-e941fed64953" providerId="ADAL" clId="{0470EF37-F7FF-5DF5-AC2F-C8087F43FA3D}" dt="2026-02-12T08:17:11.859" v="560" actId="700"/>
          <ac:spMkLst>
            <pc:docMk/>
            <pc:sldMk cId="3993496431" sldId="263"/>
            <ac:spMk id="6" creationId="{8291B9A2-9A3C-BEC3-292E-6301AAEC2979}"/>
          </ac:spMkLst>
        </pc:spChg>
        <pc:spChg chg="add del mod ord">
          <ac:chgData name="Johan Bergs (imec)" userId="2b8c287c-9613-46e4-a912-e941fed64953" providerId="ADAL" clId="{0470EF37-F7FF-5DF5-AC2F-C8087F43FA3D}" dt="2026-02-12T08:17:11.859" v="560" actId="700"/>
          <ac:spMkLst>
            <pc:docMk/>
            <pc:sldMk cId="3993496431" sldId="263"/>
            <ac:spMk id="7" creationId="{2E618C20-1A65-6724-7607-2DD81797AC47}"/>
          </ac:spMkLst>
        </pc:spChg>
        <pc:spChg chg="add del mod ord">
          <ac:chgData name="Johan Bergs (imec)" userId="2b8c287c-9613-46e4-a912-e941fed64953" providerId="ADAL" clId="{0470EF37-F7FF-5DF5-AC2F-C8087F43FA3D}" dt="2026-02-12T08:17:38.952" v="563" actId="700"/>
          <ac:spMkLst>
            <pc:docMk/>
            <pc:sldMk cId="3993496431" sldId="263"/>
            <ac:spMk id="8" creationId="{1070746D-B003-1F76-02D3-8637B188495E}"/>
          </ac:spMkLst>
        </pc:spChg>
        <pc:spChg chg="add del mod ord">
          <ac:chgData name="Johan Bergs (imec)" userId="2b8c287c-9613-46e4-a912-e941fed64953" providerId="ADAL" clId="{0470EF37-F7FF-5DF5-AC2F-C8087F43FA3D}" dt="2026-02-12T08:17:38.952" v="563" actId="700"/>
          <ac:spMkLst>
            <pc:docMk/>
            <pc:sldMk cId="3993496431" sldId="263"/>
            <ac:spMk id="9" creationId="{6A0BE5C7-DE5E-29F7-2A38-3F689EE16624}"/>
          </ac:spMkLst>
        </pc:spChg>
        <pc:spChg chg="add del mod ord">
          <ac:chgData name="Johan Bergs (imec)" userId="2b8c287c-9613-46e4-a912-e941fed64953" providerId="ADAL" clId="{0470EF37-F7FF-5DF5-AC2F-C8087F43FA3D}" dt="2026-02-12T08:17:38.952" v="563" actId="700"/>
          <ac:spMkLst>
            <pc:docMk/>
            <pc:sldMk cId="3993496431" sldId="263"/>
            <ac:spMk id="10" creationId="{781CD0B4-0070-7D8D-0921-6D981A61E0A2}"/>
          </ac:spMkLst>
        </pc:spChg>
        <pc:spChg chg="add del mod ord">
          <ac:chgData name="Johan Bergs (imec)" userId="2b8c287c-9613-46e4-a912-e941fed64953" providerId="ADAL" clId="{0470EF37-F7FF-5DF5-AC2F-C8087F43FA3D}" dt="2026-02-12T08:17:38.952" v="563" actId="700"/>
          <ac:spMkLst>
            <pc:docMk/>
            <pc:sldMk cId="3993496431" sldId="263"/>
            <ac:spMk id="11" creationId="{5F6C2D3F-45C2-0874-C219-E3B4A193D426}"/>
          </ac:spMkLst>
        </pc:spChg>
        <pc:spChg chg="add del mod ord">
          <ac:chgData name="Johan Bergs (imec)" userId="2b8c287c-9613-46e4-a912-e941fed64953" providerId="ADAL" clId="{0470EF37-F7FF-5DF5-AC2F-C8087F43FA3D}" dt="2026-02-12T08:17:38.952" v="563" actId="700"/>
          <ac:spMkLst>
            <pc:docMk/>
            <pc:sldMk cId="3993496431" sldId="263"/>
            <ac:spMk id="12" creationId="{E8FC9180-D186-E19F-370A-DE38F733E58A}"/>
          </ac:spMkLst>
        </pc:spChg>
        <pc:spChg chg="add mod ord">
          <ac:chgData name="Johan Bergs (imec)" userId="2b8c287c-9613-46e4-a912-e941fed64953" providerId="ADAL" clId="{0470EF37-F7FF-5DF5-AC2F-C8087F43FA3D}" dt="2026-02-12T08:17:45.745" v="572" actId="20577"/>
          <ac:spMkLst>
            <pc:docMk/>
            <pc:sldMk cId="3993496431" sldId="263"/>
            <ac:spMk id="14" creationId="{F1E6E984-FD38-83B8-49FC-83A56B3B86F8}"/>
          </ac:spMkLst>
        </pc:spChg>
        <pc:spChg chg="add mod ord">
          <ac:chgData name="Johan Bergs (imec)" userId="2b8c287c-9613-46e4-a912-e941fed64953" providerId="ADAL" clId="{0470EF37-F7FF-5DF5-AC2F-C8087F43FA3D}" dt="2026-02-12T08:17:41.568" v="564" actId="700"/>
          <ac:spMkLst>
            <pc:docMk/>
            <pc:sldMk cId="3993496431" sldId="263"/>
            <ac:spMk id="15" creationId="{95C2A284-5566-535B-38CC-6E42CA7A35F7}"/>
          </ac:spMkLst>
        </pc:spChg>
        <pc:graphicFrameChg chg="add del mod ord modGraphic">
          <ac:chgData name="Johan Bergs (imec)" userId="2b8c287c-9613-46e4-a912-e941fed64953" providerId="ADAL" clId="{0470EF37-F7FF-5DF5-AC2F-C8087F43FA3D}" dt="2026-02-12T08:17:31.767" v="562" actId="3680"/>
          <ac:graphicFrameMkLst>
            <pc:docMk/>
            <pc:sldMk cId="3993496431" sldId="263"/>
            <ac:graphicFrameMk id="13" creationId="{622BF6AF-4090-1625-0444-F3638CDE4699}"/>
          </ac:graphicFrameMkLst>
        </pc:graphicFrameChg>
        <pc:graphicFrameChg chg="add mod modGraphic">
          <ac:chgData name="Johan Bergs (imec)" userId="2b8c287c-9613-46e4-a912-e941fed64953" providerId="ADAL" clId="{0470EF37-F7FF-5DF5-AC2F-C8087F43FA3D}" dt="2026-02-12T15:40:58.148" v="849" actId="207"/>
          <ac:graphicFrameMkLst>
            <pc:docMk/>
            <pc:sldMk cId="3993496431" sldId="263"/>
            <ac:graphicFrameMk id="16" creationId="{8688412F-033F-DD2C-E2DC-FF2D040ECDD4}"/>
          </ac:graphicFrameMkLst>
        </pc:graphicFrameChg>
      </pc:sldChg>
      <pc:sldChg chg="addSp delSp modSp new mod modClrScheme chgLayout">
        <pc:chgData name="Johan Bergs (imec)" userId="2b8c287c-9613-46e4-a912-e941fed64953" providerId="ADAL" clId="{0470EF37-F7FF-5DF5-AC2F-C8087F43FA3D}" dt="2026-02-12T08:22:08.344" v="823" actId="20577"/>
        <pc:sldMkLst>
          <pc:docMk/>
          <pc:sldMk cId="2055820622" sldId="264"/>
        </pc:sldMkLst>
        <pc:spChg chg="mod ord">
          <ac:chgData name="Johan Bergs (imec)" userId="2b8c287c-9613-46e4-a912-e941fed64953" providerId="ADAL" clId="{0470EF37-F7FF-5DF5-AC2F-C8087F43FA3D}" dt="2026-02-12T08:21:56.186" v="799" actId="700"/>
          <ac:spMkLst>
            <pc:docMk/>
            <pc:sldMk cId="2055820622" sldId="264"/>
            <ac:spMk id="2" creationId="{872011C2-6AAF-6D45-665A-A71A5065C32B}"/>
          </ac:spMkLst>
        </pc:spChg>
        <pc:spChg chg="del">
          <ac:chgData name="Johan Bergs (imec)" userId="2b8c287c-9613-46e4-a912-e941fed64953" providerId="ADAL" clId="{0470EF37-F7FF-5DF5-AC2F-C8087F43FA3D}" dt="2026-02-12T08:21:36.303" v="796" actId="700"/>
          <ac:spMkLst>
            <pc:docMk/>
            <pc:sldMk cId="2055820622" sldId="264"/>
            <ac:spMk id="3" creationId="{6A93C59B-685A-3CC1-1EE3-F203904B5074}"/>
          </ac:spMkLst>
        </pc:spChg>
        <pc:spChg chg="del mod ord">
          <ac:chgData name="Johan Bergs (imec)" userId="2b8c287c-9613-46e4-a912-e941fed64953" providerId="ADAL" clId="{0470EF37-F7FF-5DF5-AC2F-C8087F43FA3D}" dt="2026-02-12T08:21:36.303" v="796" actId="700"/>
          <ac:spMkLst>
            <pc:docMk/>
            <pc:sldMk cId="2055820622" sldId="264"/>
            <ac:spMk id="4" creationId="{DF91A920-506A-0B75-12BA-60B2D4862207}"/>
          </ac:spMkLst>
        </pc:spChg>
        <pc:spChg chg="del">
          <ac:chgData name="Johan Bergs (imec)" userId="2b8c287c-9613-46e4-a912-e941fed64953" providerId="ADAL" clId="{0470EF37-F7FF-5DF5-AC2F-C8087F43FA3D}" dt="2026-02-12T08:21:36.303" v="796" actId="700"/>
          <ac:spMkLst>
            <pc:docMk/>
            <pc:sldMk cId="2055820622" sldId="264"/>
            <ac:spMk id="5" creationId="{1AD9BAF6-501F-F683-3E91-D7022EEC3E8F}"/>
          </ac:spMkLst>
        </pc:spChg>
        <pc:spChg chg="add del mod ord">
          <ac:chgData name="Johan Bergs (imec)" userId="2b8c287c-9613-46e4-a912-e941fed64953" providerId="ADAL" clId="{0470EF37-F7FF-5DF5-AC2F-C8087F43FA3D}" dt="2026-02-12T08:21:44.204" v="797" actId="700"/>
          <ac:spMkLst>
            <pc:docMk/>
            <pc:sldMk cId="2055820622" sldId="264"/>
            <ac:spMk id="6" creationId="{8213B9E1-5F87-F070-D278-AEEBC0175F9D}"/>
          </ac:spMkLst>
        </pc:spChg>
        <pc:spChg chg="add del mod ord">
          <ac:chgData name="Johan Bergs (imec)" userId="2b8c287c-9613-46e4-a912-e941fed64953" providerId="ADAL" clId="{0470EF37-F7FF-5DF5-AC2F-C8087F43FA3D}" dt="2026-02-12T08:21:52.473" v="798" actId="700"/>
          <ac:spMkLst>
            <pc:docMk/>
            <pc:sldMk cId="2055820622" sldId="264"/>
            <ac:spMk id="7" creationId="{0762B51F-6BB2-95FE-382A-838E5EB92AF1}"/>
          </ac:spMkLst>
        </pc:spChg>
        <pc:spChg chg="add del mod ord">
          <ac:chgData name="Johan Bergs (imec)" userId="2b8c287c-9613-46e4-a912-e941fed64953" providerId="ADAL" clId="{0470EF37-F7FF-5DF5-AC2F-C8087F43FA3D}" dt="2026-02-12T08:21:52.473" v="798" actId="700"/>
          <ac:spMkLst>
            <pc:docMk/>
            <pc:sldMk cId="2055820622" sldId="264"/>
            <ac:spMk id="8" creationId="{175BC819-E0A4-DF6E-6D3C-6F983BF43F95}"/>
          </ac:spMkLst>
        </pc:spChg>
        <pc:spChg chg="add del mod ord">
          <ac:chgData name="Johan Bergs (imec)" userId="2b8c287c-9613-46e4-a912-e941fed64953" providerId="ADAL" clId="{0470EF37-F7FF-5DF5-AC2F-C8087F43FA3D}" dt="2026-02-12T08:21:52.473" v="798" actId="700"/>
          <ac:spMkLst>
            <pc:docMk/>
            <pc:sldMk cId="2055820622" sldId="264"/>
            <ac:spMk id="9" creationId="{5D9AB924-965E-AD17-974B-CCDF296401CA}"/>
          </ac:spMkLst>
        </pc:spChg>
        <pc:spChg chg="add del mod ord">
          <ac:chgData name="Johan Bergs (imec)" userId="2b8c287c-9613-46e4-a912-e941fed64953" providerId="ADAL" clId="{0470EF37-F7FF-5DF5-AC2F-C8087F43FA3D}" dt="2026-02-12T08:21:56.186" v="799" actId="700"/>
          <ac:spMkLst>
            <pc:docMk/>
            <pc:sldMk cId="2055820622" sldId="264"/>
            <ac:spMk id="10" creationId="{CE5D5C2A-4F03-D905-E973-0B01E38841DF}"/>
          </ac:spMkLst>
        </pc:spChg>
        <pc:spChg chg="add del mod ord">
          <ac:chgData name="Johan Bergs (imec)" userId="2b8c287c-9613-46e4-a912-e941fed64953" providerId="ADAL" clId="{0470EF37-F7FF-5DF5-AC2F-C8087F43FA3D}" dt="2026-02-12T08:21:56.186" v="799" actId="700"/>
          <ac:spMkLst>
            <pc:docMk/>
            <pc:sldMk cId="2055820622" sldId="264"/>
            <ac:spMk id="11" creationId="{9C1AEC44-09FA-C67E-1303-D7A659EEB580}"/>
          </ac:spMkLst>
        </pc:spChg>
        <pc:spChg chg="add mod ord">
          <ac:chgData name="Johan Bergs (imec)" userId="2b8c287c-9613-46e4-a912-e941fed64953" providerId="ADAL" clId="{0470EF37-F7FF-5DF5-AC2F-C8087F43FA3D}" dt="2026-02-12T08:22:08.344" v="823" actId="20577"/>
          <ac:spMkLst>
            <pc:docMk/>
            <pc:sldMk cId="2055820622" sldId="264"/>
            <ac:spMk id="12" creationId="{625E10FC-E5BA-1E83-7F77-D96DC3083DD1}"/>
          </ac:spMkLst>
        </pc:spChg>
        <pc:spChg chg="add mod ord">
          <ac:chgData name="Johan Bergs (imec)" userId="2b8c287c-9613-46e4-a912-e941fed64953" providerId="ADAL" clId="{0470EF37-F7FF-5DF5-AC2F-C8087F43FA3D}" dt="2026-02-12T08:21:56.186" v="799" actId="700"/>
          <ac:spMkLst>
            <pc:docMk/>
            <pc:sldMk cId="2055820622" sldId="264"/>
            <ac:spMk id="13" creationId="{D11DE301-9A75-5930-41C5-40FB8A15A9DE}"/>
          </ac:spMkLst>
        </pc:spChg>
      </pc:sldChg>
      <pc:sldChg chg="add del">
        <pc:chgData name="Johan Bergs (imec)" userId="2b8c287c-9613-46e4-a912-e941fed64953" providerId="ADAL" clId="{0470EF37-F7FF-5DF5-AC2F-C8087F43FA3D}" dt="2026-02-12T08:04:31.280" v="205" actId="2696"/>
        <pc:sldMkLst>
          <pc:docMk/>
          <pc:sldMk cId="2120417566" sldId="264"/>
        </pc:sldMkLst>
      </pc:sldChg>
      <pc:sldChg chg="add del">
        <pc:chgData name="Johan Bergs (imec)" userId="2b8c287c-9613-46e4-a912-e941fed64953" providerId="ADAL" clId="{0470EF37-F7FF-5DF5-AC2F-C8087F43FA3D}" dt="2026-02-12T08:04:31.264" v="198" actId="2696"/>
        <pc:sldMkLst>
          <pc:docMk/>
          <pc:sldMk cId="2935644132" sldId="265"/>
        </pc:sldMkLst>
      </pc:sldChg>
      <pc:sldChg chg="add del">
        <pc:chgData name="Johan Bergs (imec)" userId="2b8c287c-9613-46e4-a912-e941fed64953" providerId="ADAL" clId="{0470EF37-F7FF-5DF5-AC2F-C8087F43FA3D}" dt="2026-02-12T08:04:31.267" v="201" actId="2696"/>
        <pc:sldMkLst>
          <pc:docMk/>
          <pc:sldMk cId="3959452104" sldId="266"/>
        </pc:sldMkLst>
      </pc:sldChg>
      <pc:sldChg chg="add del">
        <pc:chgData name="Johan Bergs (imec)" userId="2b8c287c-9613-46e4-a912-e941fed64953" providerId="ADAL" clId="{0470EF37-F7FF-5DF5-AC2F-C8087F43FA3D}" dt="2026-02-12T08:04:31.265" v="199" actId="2696"/>
        <pc:sldMkLst>
          <pc:docMk/>
          <pc:sldMk cId="131203000" sldId="267"/>
        </pc:sldMkLst>
      </pc:sldChg>
      <pc:sldChg chg="add del">
        <pc:chgData name="Johan Bergs (imec)" userId="2b8c287c-9613-46e4-a912-e941fed64953" providerId="ADAL" clId="{0470EF37-F7FF-5DF5-AC2F-C8087F43FA3D}" dt="2026-02-12T08:04:31.281" v="206" actId="2696"/>
        <pc:sldMkLst>
          <pc:docMk/>
          <pc:sldMk cId="2337111577" sldId="268"/>
        </pc:sldMkLst>
      </pc:sldChg>
      <pc:sldChg chg="add del">
        <pc:chgData name="Johan Bergs (imec)" userId="2b8c287c-9613-46e4-a912-e941fed64953" providerId="ADAL" clId="{0470EF37-F7FF-5DF5-AC2F-C8087F43FA3D}" dt="2026-02-12T08:04:31.269" v="203" actId="2696"/>
        <pc:sldMkLst>
          <pc:docMk/>
          <pc:sldMk cId="1814010216" sldId="270"/>
        </pc:sldMkLst>
      </pc:sldChg>
      <pc:sldChg chg="add del">
        <pc:chgData name="Johan Bergs (imec)" userId="2b8c287c-9613-46e4-a912-e941fed64953" providerId="ADAL" clId="{0470EF37-F7FF-5DF5-AC2F-C8087F43FA3D}" dt="2026-02-12T08:04:31.279" v="204" actId="2696"/>
        <pc:sldMkLst>
          <pc:docMk/>
          <pc:sldMk cId="2820723823" sldId="271"/>
        </pc:sldMkLst>
      </pc:sldChg>
      <pc:sldChg chg="add del">
        <pc:chgData name="Johan Bergs (imec)" userId="2b8c287c-9613-46e4-a912-e941fed64953" providerId="ADAL" clId="{0470EF37-F7FF-5DF5-AC2F-C8087F43FA3D}" dt="2026-02-12T08:04:31.282" v="207" actId="2696"/>
        <pc:sldMkLst>
          <pc:docMk/>
          <pc:sldMk cId="2320315142" sldId="272"/>
        </pc:sldMkLst>
      </pc:sldChg>
      <pc:sldChg chg="add del">
        <pc:chgData name="Johan Bergs (imec)" userId="2b8c287c-9613-46e4-a912-e941fed64953" providerId="ADAL" clId="{0470EF37-F7FF-5DF5-AC2F-C8087F43FA3D}" dt="2026-02-12T08:04:31.263" v="197" actId="2696"/>
        <pc:sldMkLst>
          <pc:docMk/>
          <pc:sldMk cId="2550292006" sldId="273"/>
        </pc:sldMkLst>
      </pc:sldChg>
      <pc:sldChg chg="add del">
        <pc:chgData name="Johan Bergs (imec)" userId="2b8c287c-9613-46e4-a912-e941fed64953" providerId="ADAL" clId="{0470EF37-F7FF-5DF5-AC2F-C8087F43FA3D}" dt="2026-02-12T08:04:31.282" v="208" actId="2696"/>
        <pc:sldMkLst>
          <pc:docMk/>
          <pc:sldMk cId="1937857923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only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2A766-FA6C-4E42-BAD1-58E378599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1DCFB5-39F0-E04F-B592-B890194C07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5A4F71-3F20-42EB-95C9-52E7339E42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1516380"/>
            <a:ext cx="10944225" cy="4720907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8563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imag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1B9851-093E-A241-B582-F0998CFFFE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7" name="Titel 4">
            <a:extLst>
              <a:ext uri="{FF2B5EF4-FFF2-40B4-BE49-F238E27FC236}">
                <a16:creationId xmlns:a16="http://schemas.microsoft.com/office/drawing/2014/main" id="{041CBA9C-BD5E-424C-93BC-60164869E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4313" y="620713"/>
            <a:ext cx="5003800" cy="1385085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9" name="Picture Placeholder 32">
            <a:extLst>
              <a:ext uri="{FF2B5EF4-FFF2-40B4-BE49-F238E27FC236}">
                <a16:creationId xmlns:a16="http://schemas.microsoft.com/office/drawing/2014/main" id="{971C9B50-FEE3-1047-A14B-9C8C2F5D606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9" y="620713"/>
            <a:ext cx="5145732" cy="5616575"/>
          </a:xfrm>
          <a:custGeom>
            <a:avLst/>
            <a:gdLst>
              <a:gd name="connsiteX0" fmla="*/ 0 w 5145732"/>
              <a:gd name="connsiteY0" fmla="*/ 0 h 5616575"/>
              <a:gd name="connsiteX1" fmla="*/ 5145732 w 5145732"/>
              <a:gd name="connsiteY1" fmla="*/ 0 h 5616575"/>
              <a:gd name="connsiteX2" fmla="*/ 5145732 w 5145732"/>
              <a:gd name="connsiteY2" fmla="*/ 5616575 h 5616575"/>
              <a:gd name="connsiteX3" fmla="*/ 253304 w 5145732"/>
              <a:gd name="connsiteY3" fmla="*/ 5616575 h 5616575"/>
              <a:gd name="connsiteX4" fmla="*/ 202263 w 5145732"/>
              <a:gd name="connsiteY4" fmla="*/ 5611430 h 5616575"/>
              <a:gd name="connsiteX5" fmla="*/ 0 w 514573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45732" h="5616575">
                <a:moveTo>
                  <a:pt x="0" y="0"/>
                </a:moveTo>
                <a:lnTo>
                  <a:pt x="5145732" y="0"/>
                </a:lnTo>
                <a:lnTo>
                  <a:pt x="514573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00C433-47C4-4D3D-A245-AA41DF75B6E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564313" y="2271713"/>
            <a:ext cx="5004000" cy="3965575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noProof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17914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image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5">
            <a:extLst>
              <a:ext uri="{FF2B5EF4-FFF2-40B4-BE49-F238E27FC236}">
                <a16:creationId xmlns:a16="http://schemas.microsoft.com/office/drawing/2014/main" id="{B12DC5D2-C15B-384E-ACE3-F0E40CA5B4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9850" y="3790950"/>
            <a:ext cx="4679950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First Name Surname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8C578B-3D4D-A146-A851-282B51A240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550988"/>
            <a:ext cx="5148263" cy="2009775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40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FontTx/>
              <a:buNone/>
              <a:defRPr b="1" i="0">
                <a:latin typeface="ITC Officina Sans Std Book" panose="020B0506040203020204" pitchFamily="34" charset="77"/>
              </a:defRPr>
            </a:lvl2pPr>
            <a:lvl3pPr>
              <a:buFontTx/>
              <a:buNone/>
              <a:defRPr b="1" i="0">
                <a:latin typeface="ITC Officina Sans Std Book" panose="020B0506040203020204" pitchFamily="34" charset="77"/>
              </a:defRPr>
            </a:lvl3pPr>
            <a:lvl4pPr>
              <a:buFontTx/>
              <a:buNone/>
              <a:defRPr b="1" i="0">
                <a:latin typeface="ITC Officina Sans Std Book" panose="020B0506040203020204" pitchFamily="34" charset="77"/>
              </a:defRPr>
            </a:lvl4pPr>
            <a:lvl5pPr>
              <a:buFontTx/>
              <a:buNone/>
              <a:defRPr b="1" i="0">
                <a:latin typeface="ITC Officina Sans Std Book" panose="020B0506040203020204" pitchFamily="34" charset="77"/>
              </a:defRPr>
            </a:lvl5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8" name="Picture Placeholder 32">
            <a:extLst>
              <a:ext uri="{FF2B5EF4-FFF2-40B4-BE49-F238E27FC236}">
                <a16:creationId xmlns:a16="http://schemas.microsoft.com/office/drawing/2014/main" id="{EC1F9A97-4534-9843-B646-D059D7C6C13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9" y="620713"/>
            <a:ext cx="5145732" cy="5616575"/>
          </a:xfrm>
          <a:custGeom>
            <a:avLst/>
            <a:gdLst>
              <a:gd name="connsiteX0" fmla="*/ 0 w 5145732"/>
              <a:gd name="connsiteY0" fmla="*/ 0 h 5616575"/>
              <a:gd name="connsiteX1" fmla="*/ 5145732 w 5145732"/>
              <a:gd name="connsiteY1" fmla="*/ 0 h 5616575"/>
              <a:gd name="connsiteX2" fmla="*/ 5145732 w 5145732"/>
              <a:gd name="connsiteY2" fmla="*/ 5616575 h 5616575"/>
              <a:gd name="connsiteX3" fmla="*/ 253304 w 5145732"/>
              <a:gd name="connsiteY3" fmla="*/ 5616575 h 5616575"/>
              <a:gd name="connsiteX4" fmla="*/ 202263 w 5145732"/>
              <a:gd name="connsiteY4" fmla="*/ 5611430 h 5616575"/>
              <a:gd name="connsiteX5" fmla="*/ 0 w 514573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45732" h="5616575">
                <a:moveTo>
                  <a:pt x="0" y="0"/>
                </a:moveTo>
                <a:lnTo>
                  <a:pt x="5145732" y="0"/>
                </a:lnTo>
                <a:lnTo>
                  <a:pt x="514573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5BB1C7-FC5A-B946-BB68-C1CE13FA7270}"/>
              </a:ext>
            </a:extLst>
          </p:cNvPr>
          <p:cNvSpPr txBox="1"/>
          <p:nvPr userDrawn="1"/>
        </p:nvSpPr>
        <p:spPr>
          <a:xfrm>
            <a:off x="7758545" y="1939636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600" b="0" i="0" noProof="0">
              <a:latin typeface="ITC Officina Sans Std Book" panose="020B0506040203020204" pitchFamily="34" charset="77"/>
            </a:endParaRP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7E144AFC-D904-4FB6-B919-055F696512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pic>
        <p:nvPicPr>
          <p:cNvPr id="22" name="Afbeelding 9">
            <a:extLst>
              <a:ext uri="{FF2B5EF4-FFF2-40B4-BE49-F238E27FC236}">
                <a16:creationId xmlns:a16="http://schemas.microsoft.com/office/drawing/2014/main" id="{752406CF-E1DB-4F93-8F26-924E169462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19850" y="620713"/>
            <a:ext cx="4572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4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smallimag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C6F1C0-FB41-374F-96D7-91F7C4144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9356378E-A322-0148-887E-E179D9487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825" y="620713"/>
            <a:ext cx="7380287" cy="1524317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FF5D94AB-D4EB-5448-86E3-3EB6A7057B5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187825" y="2386148"/>
            <a:ext cx="7380287" cy="3851139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Object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6A3A24F-2120-4AFD-BACB-61D96D62CDE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8" y="620713"/>
            <a:ext cx="3338512" cy="5616575"/>
          </a:xfrm>
          <a:custGeom>
            <a:avLst/>
            <a:gdLst>
              <a:gd name="connsiteX0" fmla="*/ 0 w 3338512"/>
              <a:gd name="connsiteY0" fmla="*/ 0 h 5616575"/>
              <a:gd name="connsiteX1" fmla="*/ 1897639 w 3338512"/>
              <a:gd name="connsiteY1" fmla="*/ 0 h 5616575"/>
              <a:gd name="connsiteX2" fmla="*/ 2245442 w 3338512"/>
              <a:gd name="connsiteY2" fmla="*/ 0 h 5616575"/>
              <a:gd name="connsiteX3" fmla="*/ 3338512 w 3338512"/>
              <a:gd name="connsiteY3" fmla="*/ 0 h 5616575"/>
              <a:gd name="connsiteX4" fmla="*/ 3338512 w 3338512"/>
              <a:gd name="connsiteY4" fmla="*/ 5616000 h 5616575"/>
              <a:gd name="connsiteX5" fmla="*/ 2245442 w 3338512"/>
              <a:gd name="connsiteY5" fmla="*/ 5616000 h 5616575"/>
              <a:gd name="connsiteX6" fmla="*/ 2245442 w 3338512"/>
              <a:gd name="connsiteY6" fmla="*/ 5616575 h 5616575"/>
              <a:gd name="connsiteX7" fmla="*/ 219036 w 3338512"/>
              <a:gd name="connsiteY7" fmla="*/ 5616575 h 5616575"/>
              <a:gd name="connsiteX8" fmla="*/ 174900 w 3338512"/>
              <a:gd name="connsiteY8" fmla="*/ 5611430 h 5616575"/>
              <a:gd name="connsiteX9" fmla="*/ 0 w 3338512"/>
              <a:gd name="connsiteY9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38512" h="5616575">
                <a:moveTo>
                  <a:pt x="0" y="0"/>
                </a:moveTo>
                <a:lnTo>
                  <a:pt x="1897639" y="0"/>
                </a:lnTo>
                <a:lnTo>
                  <a:pt x="2245442" y="0"/>
                </a:lnTo>
                <a:lnTo>
                  <a:pt x="3338512" y="0"/>
                </a:lnTo>
                <a:lnTo>
                  <a:pt x="3338512" y="5616000"/>
                </a:lnTo>
                <a:lnTo>
                  <a:pt x="2245442" y="5616000"/>
                </a:lnTo>
                <a:lnTo>
                  <a:pt x="2245442" y="5616575"/>
                </a:lnTo>
                <a:lnTo>
                  <a:pt x="219036" y="5616575"/>
                </a:lnTo>
                <a:lnTo>
                  <a:pt x="174900" y="5611430"/>
                </a:lnTo>
                <a:cubicBezTo>
                  <a:pt x="75085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 dirty="0"/>
              <a:t>Click the icon to add an image</a:t>
            </a:r>
          </a:p>
        </p:txBody>
      </p:sp>
    </p:spTree>
    <p:extLst>
      <p:ext uri="{BB962C8B-B14F-4D97-AF65-F5344CB8AC3E}">
        <p14:creationId xmlns:p14="http://schemas.microsoft.com/office/powerpoint/2010/main" val="146733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wideimag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888CD-A307-4440-9DD3-B7D11E6E0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83767035-9902-FC49-AC72-35DC514AC3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7" y="3981389"/>
            <a:ext cx="10934529" cy="665480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A4040A68-34E6-9A48-9414-CDB50C7EDBA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3888" y="4857371"/>
            <a:ext cx="10934529" cy="1379915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Object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9E92B83-A16B-FC4F-BC12-7624D8F2371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8" y="620713"/>
            <a:ext cx="10934529" cy="3150175"/>
          </a:xfrm>
          <a:custGeom>
            <a:avLst/>
            <a:gdLst>
              <a:gd name="connsiteX0" fmla="*/ 0 w 10934529"/>
              <a:gd name="connsiteY0" fmla="*/ 0 h 3150175"/>
              <a:gd name="connsiteX1" fmla="*/ 10934529 w 10934529"/>
              <a:gd name="connsiteY1" fmla="*/ 0 h 3150175"/>
              <a:gd name="connsiteX2" fmla="*/ 10934529 w 10934529"/>
              <a:gd name="connsiteY2" fmla="*/ 3150175 h 3150175"/>
              <a:gd name="connsiteX3" fmla="*/ 253304 w 10934529"/>
              <a:gd name="connsiteY3" fmla="*/ 3150175 h 3150175"/>
              <a:gd name="connsiteX4" fmla="*/ 202263 w 10934529"/>
              <a:gd name="connsiteY4" fmla="*/ 3145030 h 3150175"/>
              <a:gd name="connsiteX5" fmla="*/ 0 w 10934529"/>
              <a:gd name="connsiteY5" fmla="*/ 2896862 h 315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34529" h="3150175">
                <a:moveTo>
                  <a:pt x="0" y="0"/>
                </a:moveTo>
                <a:lnTo>
                  <a:pt x="10934529" y="0"/>
                </a:lnTo>
                <a:lnTo>
                  <a:pt x="10934529" y="3150175"/>
                </a:lnTo>
                <a:lnTo>
                  <a:pt x="253304" y="3150175"/>
                </a:lnTo>
                <a:lnTo>
                  <a:pt x="202263" y="3145030"/>
                </a:lnTo>
                <a:cubicBezTo>
                  <a:pt x="86832" y="3121409"/>
                  <a:pt x="0" y="3019276"/>
                  <a:pt x="0" y="289686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</p:spTree>
    <p:extLst>
      <p:ext uri="{BB962C8B-B14F-4D97-AF65-F5344CB8AC3E}">
        <p14:creationId xmlns:p14="http://schemas.microsoft.com/office/powerpoint/2010/main" val="360649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3DA42F-3FB6-ED4E-BB67-A10574D20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7" name="Tijdelijke aanduiding voor tekst 3">
            <a:extLst>
              <a:ext uri="{FF2B5EF4-FFF2-40B4-BE49-F238E27FC236}">
                <a16:creationId xmlns:a16="http://schemas.microsoft.com/office/drawing/2014/main" id="{AA798DC2-15C2-744D-A0DA-FBAD9971D43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80411" y="3547641"/>
            <a:ext cx="3456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45C6B10F-3A7A-0A4C-A932-1D4E1382BFD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8097" y="3547641"/>
            <a:ext cx="3456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9" name="Tijdelijke aanduiding voor tekst 3">
            <a:extLst>
              <a:ext uri="{FF2B5EF4-FFF2-40B4-BE49-F238E27FC236}">
                <a16:creationId xmlns:a16="http://schemas.microsoft.com/office/drawing/2014/main" id="{999ECC60-AB72-8647-A135-FB0CF980826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2724" y="3547641"/>
            <a:ext cx="3456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9EEB3BC6-5818-4244-A78C-1A7B9F04BE5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2722" y="643266"/>
            <a:ext cx="3456000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816787A9-2DFD-A54D-B3D1-B9387B7C893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80410" y="643266"/>
            <a:ext cx="3456000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2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B04326B7-E91B-9740-A418-C88B2E74C60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128097" y="643266"/>
            <a:ext cx="3456000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D414A82-8300-43F5-8449-10B8D34A301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32723" y="4181794"/>
            <a:ext cx="3456000" cy="205304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55D1222-512A-4020-AE86-8C428804EA1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380410" y="4181794"/>
            <a:ext cx="3456000" cy="205304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A007419B-9354-4CE8-81AF-E975BC83ACBC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128097" y="4181794"/>
            <a:ext cx="3456000" cy="205304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2218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96712-8A94-CB4B-8CE6-B7A18FB19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5" name="Tijdelijke aanduiding voor afbeelding 33">
            <a:extLst>
              <a:ext uri="{FF2B5EF4-FFF2-40B4-BE49-F238E27FC236}">
                <a16:creationId xmlns:a16="http://schemas.microsoft.com/office/drawing/2014/main" id="{9BF78AC3-F061-4145-A432-3FB7391D0F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514198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1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6" name="Tijdelijke aanduiding voor afbeelding 33">
            <a:extLst>
              <a:ext uri="{FF2B5EF4-FFF2-40B4-BE49-F238E27FC236}">
                <a16:creationId xmlns:a16="http://schemas.microsoft.com/office/drawing/2014/main" id="{AAA97E2B-5188-B740-8501-2BF96B4796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260054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1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7" name="Tijdelijke aanduiding voor afbeelding 33">
            <a:extLst>
              <a:ext uri="{FF2B5EF4-FFF2-40B4-BE49-F238E27FC236}">
                <a16:creationId xmlns:a16="http://schemas.microsoft.com/office/drawing/2014/main" id="{6410F448-44B9-E245-8CA2-3AC4F6FCD9F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005909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1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C9026212-289C-F34A-A4D7-E30D294D41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810" y="3704273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1" name="Tijdelijke aanduiding voor tekst 3">
            <a:extLst>
              <a:ext uri="{FF2B5EF4-FFF2-40B4-BE49-F238E27FC236}">
                <a16:creationId xmlns:a16="http://schemas.microsoft.com/office/drawing/2014/main" id="{642A680A-1625-824E-8281-465F0A135B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6376" y="3704273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3" name="Tijdelijke aanduiding voor tekst 3">
            <a:extLst>
              <a:ext uri="{FF2B5EF4-FFF2-40B4-BE49-F238E27FC236}">
                <a16:creationId xmlns:a16="http://schemas.microsoft.com/office/drawing/2014/main" id="{466E1215-57EE-734D-95D4-32CDFD6B77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83593" y="3704273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66692AD7-78D2-4CCE-AF2E-3E0B2562ECF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30810" y="4248038"/>
            <a:ext cx="3438000" cy="1990800"/>
          </a:xfrm>
        </p:spPr>
        <p:txBody>
          <a:bodyPr>
            <a:normAutofit/>
          </a:bodyPr>
          <a:lstStyle>
            <a:lvl1pPr marL="182563" indent="-182563" algn="ctr">
              <a:defRPr sz="1600" b="0">
                <a:latin typeface="+mj-lt"/>
              </a:defRPr>
            </a:lvl1pPr>
            <a:lvl2pPr marL="360363" indent="-184150" algn="ctr">
              <a:defRPr sz="1400" b="0">
                <a:latin typeface="+mj-lt"/>
              </a:defRPr>
            </a:lvl2pPr>
            <a:lvl3pPr marL="536575" indent="-176213" algn="ctr">
              <a:defRPr sz="1200">
                <a:latin typeface="+mj-lt"/>
              </a:defRPr>
            </a:lvl3pPr>
            <a:lvl4pPr marL="719138" indent="-182563" algn="ctr">
              <a:defRPr sz="1100">
                <a:latin typeface="+mj-lt"/>
              </a:defRPr>
            </a:lvl4pPr>
            <a:lvl5pPr marL="895350" indent="-176213" algn="ctr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FC120415-A1CE-44F6-BDB2-ECE056C8A736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383593" y="4248038"/>
            <a:ext cx="3438000" cy="1990800"/>
          </a:xfrm>
        </p:spPr>
        <p:txBody>
          <a:bodyPr>
            <a:normAutofit/>
          </a:bodyPr>
          <a:lstStyle>
            <a:lvl1pPr marL="182563" indent="-182563" algn="ctr">
              <a:defRPr sz="1600" b="0">
                <a:latin typeface="+mj-lt"/>
              </a:defRPr>
            </a:lvl1pPr>
            <a:lvl2pPr marL="360363" indent="-184150" algn="ctr">
              <a:defRPr sz="1400" b="0">
                <a:latin typeface="+mj-lt"/>
              </a:defRPr>
            </a:lvl2pPr>
            <a:lvl3pPr marL="536575" indent="-176213" algn="ctr">
              <a:defRPr sz="1200">
                <a:latin typeface="+mj-lt"/>
              </a:defRPr>
            </a:lvl3pPr>
            <a:lvl4pPr marL="719138" indent="-182563" algn="ctr">
              <a:defRPr sz="1100">
                <a:latin typeface="+mj-lt"/>
              </a:defRPr>
            </a:lvl4pPr>
            <a:lvl5pPr marL="895350" indent="-176213" algn="ctr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E18EDD4A-93E4-41E6-A00B-6EF03C4ACB69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136376" y="4248038"/>
            <a:ext cx="3438000" cy="1990800"/>
          </a:xfrm>
        </p:spPr>
        <p:txBody>
          <a:bodyPr>
            <a:normAutofit/>
          </a:bodyPr>
          <a:lstStyle>
            <a:lvl1pPr marL="182563" indent="-182563" algn="ctr">
              <a:defRPr sz="1600" b="0">
                <a:latin typeface="+mj-lt"/>
              </a:defRPr>
            </a:lvl1pPr>
            <a:lvl2pPr marL="360363" indent="-184150" algn="ctr">
              <a:defRPr sz="1400" b="0">
                <a:latin typeface="+mj-lt"/>
              </a:defRPr>
            </a:lvl2pPr>
            <a:lvl3pPr marL="536575" indent="-176213" algn="ctr">
              <a:defRPr sz="1200">
                <a:latin typeface="+mj-lt"/>
              </a:defRPr>
            </a:lvl3pPr>
            <a:lvl4pPr marL="719138" indent="-182563" algn="ctr">
              <a:defRPr sz="1100">
                <a:latin typeface="+mj-lt"/>
              </a:defRPr>
            </a:lvl4pPr>
            <a:lvl5pPr marL="895350" indent="-176213" algn="ctr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79231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96712-8A94-CB4B-8CE6-B7A18FB19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C9026212-289C-F34A-A4D7-E30D294D41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810" y="1578459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Subtitle</a:t>
            </a:r>
          </a:p>
        </p:txBody>
      </p:sp>
      <p:sp>
        <p:nvSpPr>
          <p:cNvPr id="11" name="Tijdelijke aanduiding voor tekst 3">
            <a:extLst>
              <a:ext uri="{FF2B5EF4-FFF2-40B4-BE49-F238E27FC236}">
                <a16:creationId xmlns:a16="http://schemas.microsoft.com/office/drawing/2014/main" id="{642A680A-1625-824E-8281-465F0A135B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6376" y="1578459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3" name="Tijdelijke aanduiding voor tekst 3">
            <a:extLst>
              <a:ext uri="{FF2B5EF4-FFF2-40B4-BE49-F238E27FC236}">
                <a16:creationId xmlns:a16="http://schemas.microsoft.com/office/drawing/2014/main" id="{466E1215-57EE-734D-95D4-32CDFD6B77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83593" y="1578459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66692AD7-78D2-4CCE-AF2E-3E0B2562ECF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30810" y="2122223"/>
            <a:ext cx="3438000" cy="4115063"/>
          </a:xfrm>
        </p:spPr>
        <p:txBody>
          <a:bodyPr>
            <a:normAutofit/>
          </a:bodyPr>
          <a:lstStyle>
            <a:lvl1pPr marL="182563" indent="-182563" algn="l">
              <a:defRPr sz="1600" b="0">
                <a:latin typeface="+mj-lt"/>
              </a:defRPr>
            </a:lvl1pPr>
            <a:lvl2pPr marL="360363" indent="-184150" algn="l">
              <a:defRPr sz="1400" b="0">
                <a:latin typeface="+mj-lt"/>
              </a:defRPr>
            </a:lvl2pPr>
            <a:lvl3pPr marL="536575" indent="-176213" algn="l">
              <a:defRPr sz="1200">
                <a:latin typeface="+mj-lt"/>
              </a:defRPr>
            </a:lvl3pPr>
            <a:lvl4pPr marL="719138" indent="-182563" algn="l">
              <a:defRPr sz="1100">
                <a:latin typeface="+mj-lt"/>
              </a:defRPr>
            </a:lvl4pPr>
            <a:lvl5pPr marL="895350" indent="-176213" algn="l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FC120415-A1CE-44F6-BDB2-ECE056C8A736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383593" y="2122223"/>
            <a:ext cx="3438000" cy="4115063"/>
          </a:xfrm>
        </p:spPr>
        <p:txBody>
          <a:bodyPr>
            <a:normAutofit/>
          </a:bodyPr>
          <a:lstStyle>
            <a:lvl1pPr marL="182563" indent="-182563" algn="l">
              <a:defRPr sz="1600" b="0">
                <a:latin typeface="+mj-lt"/>
              </a:defRPr>
            </a:lvl1pPr>
            <a:lvl2pPr marL="360363" indent="-184150" algn="l">
              <a:defRPr sz="1400" b="0">
                <a:latin typeface="+mj-lt"/>
              </a:defRPr>
            </a:lvl2pPr>
            <a:lvl3pPr marL="536575" indent="-176213" algn="l">
              <a:defRPr sz="1200">
                <a:latin typeface="+mj-lt"/>
              </a:defRPr>
            </a:lvl3pPr>
            <a:lvl4pPr marL="719138" indent="-182563" algn="l">
              <a:defRPr sz="1100">
                <a:latin typeface="+mj-lt"/>
              </a:defRPr>
            </a:lvl4pPr>
            <a:lvl5pPr marL="895350" indent="-176213" algn="l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E18EDD4A-93E4-41E6-A00B-6EF03C4ACB69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136376" y="2122223"/>
            <a:ext cx="3438000" cy="4115063"/>
          </a:xfrm>
        </p:spPr>
        <p:txBody>
          <a:bodyPr>
            <a:normAutofit/>
          </a:bodyPr>
          <a:lstStyle>
            <a:lvl1pPr marL="182563" indent="-182563" algn="l">
              <a:defRPr sz="1600" b="0">
                <a:latin typeface="+mj-lt"/>
              </a:defRPr>
            </a:lvl1pPr>
            <a:lvl2pPr marL="360363" indent="-184150" algn="l">
              <a:defRPr sz="1400" b="0">
                <a:latin typeface="+mj-lt"/>
              </a:defRPr>
            </a:lvl2pPr>
            <a:lvl3pPr marL="536575" indent="-176213" algn="l">
              <a:defRPr sz="1200">
                <a:latin typeface="+mj-lt"/>
              </a:defRPr>
            </a:lvl3pPr>
            <a:lvl4pPr marL="719138" indent="-182563" algn="l">
              <a:defRPr sz="1100">
                <a:latin typeface="+mj-lt"/>
              </a:defRPr>
            </a:lvl4pPr>
            <a:lvl5pPr marL="895350" indent="-176213" algn="l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788162A-5A9D-4BDD-AC29-D36DAB7865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7" y="620713"/>
            <a:ext cx="10944226" cy="791794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8899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2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96712-8A94-CB4B-8CE6-B7A18FB19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C9026212-289C-F34A-A4D7-E30D294D41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809" y="1578459"/>
            <a:ext cx="5307799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3" name="Tijdelijke aanduiding voor tekst 3">
            <a:extLst>
              <a:ext uri="{FF2B5EF4-FFF2-40B4-BE49-F238E27FC236}">
                <a16:creationId xmlns:a16="http://schemas.microsoft.com/office/drawing/2014/main" id="{466E1215-57EE-734D-95D4-32CDFD6B77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53391" y="1578459"/>
            <a:ext cx="5307799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66692AD7-78D2-4CCE-AF2E-3E0B2562ECF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30809" y="2122223"/>
            <a:ext cx="5307799" cy="4115063"/>
          </a:xfrm>
        </p:spPr>
        <p:txBody>
          <a:bodyPr>
            <a:normAutofit/>
          </a:bodyPr>
          <a:lstStyle>
            <a:lvl1pPr marL="182563" indent="-182563" algn="l">
              <a:defRPr sz="1600" b="0">
                <a:latin typeface="+mj-lt"/>
              </a:defRPr>
            </a:lvl1pPr>
            <a:lvl2pPr marL="360363" indent="-184150" algn="l">
              <a:defRPr sz="1400" b="0">
                <a:latin typeface="+mj-lt"/>
              </a:defRPr>
            </a:lvl2pPr>
            <a:lvl3pPr marL="536575" indent="-176213" algn="l">
              <a:defRPr sz="1200">
                <a:latin typeface="+mj-lt"/>
              </a:defRPr>
            </a:lvl3pPr>
            <a:lvl4pPr marL="719138" indent="-182563" algn="l">
              <a:defRPr sz="1100">
                <a:latin typeface="+mj-lt"/>
              </a:defRPr>
            </a:lvl4pPr>
            <a:lvl5pPr marL="895350" indent="-176213" algn="l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FC120415-A1CE-44F6-BDB2-ECE056C8A736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6253391" y="2122223"/>
            <a:ext cx="5307799" cy="4115063"/>
          </a:xfrm>
        </p:spPr>
        <p:txBody>
          <a:bodyPr>
            <a:normAutofit/>
          </a:bodyPr>
          <a:lstStyle>
            <a:lvl1pPr marL="182563" indent="-182563" algn="l">
              <a:defRPr sz="1600" b="0">
                <a:latin typeface="+mj-lt"/>
              </a:defRPr>
            </a:lvl1pPr>
            <a:lvl2pPr marL="360363" indent="-184150" algn="l">
              <a:defRPr sz="1400" b="0">
                <a:latin typeface="+mj-lt"/>
              </a:defRPr>
            </a:lvl2pPr>
            <a:lvl3pPr marL="536575" indent="-176213" algn="l">
              <a:defRPr sz="1200">
                <a:latin typeface="+mj-lt"/>
              </a:defRPr>
            </a:lvl3pPr>
            <a:lvl4pPr marL="719138" indent="-182563" algn="l">
              <a:defRPr sz="1100">
                <a:latin typeface="+mj-lt"/>
              </a:defRPr>
            </a:lvl4pPr>
            <a:lvl5pPr marL="895350" indent="-176213" algn="l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788162A-5A9D-4BDD-AC29-D36DAB7865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7" y="620713"/>
            <a:ext cx="10944226" cy="791794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1797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6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A64A23-42F4-0341-A372-ED0B454B67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5" name="Tijdelijke aanduiding voor afbeelding 33">
            <a:extLst>
              <a:ext uri="{FF2B5EF4-FFF2-40B4-BE49-F238E27FC236}">
                <a16:creationId xmlns:a16="http://schemas.microsoft.com/office/drawing/2014/main" id="{19D3F277-1732-274A-BDAC-F3BB5EB7334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664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7" name="Tijdelijke aanduiding voor afbeelding 33">
            <a:extLst>
              <a:ext uri="{FF2B5EF4-FFF2-40B4-BE49-F238E27FC236}">
                <a16:creationId xmlns:a16="http://schemas.microsoft.com/office/drawing/2014/main" id="{C73DE83C-1825-BF4A-A473-AF62420F8C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0221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9" name="Tijdelijke aanduiding voor afbeelding 33">
            <a:extLst>
              <a:ext uri="{FF2B5EF4-FFF2-40B4-BE49-F238E27FC236}">
                <a16:creationId xmlns:a16="http://schemas.microsoft.com/office/drawing/2014/main" id="{64A41B62-3349-A641-9E85-33C3E278DD4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41330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88F6B30C-94E8-264F-86F5-31D0E47D724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058585" y="1411391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Project title</a:t>
            </a:r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261850B4-D4F1-234A-9F22-195572228DA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802688" y="1411391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Project title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DCDD9BD6-DB58-C84C-BD3C-F9652F4D492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326874" y="1411391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Project title</a:t>
            </a:r>
          </a:p>
        </p:txBody>
      </p:sp>
      <p:sp>
        <p:nvSpPr>
          <p:cNvPr id="15" name="Tijdelijke aanduiding voor afbeelding 33">
            <a:extLst>
              <a:ext uri="{FF2B5EF4-FFF2-40B4-BE49-F238E27FC236}">
                <a16:creationId xmlns:a16="http://schemas.microsoft.com/office/drawing/2014/main" id="{965879DE-F296-964E-A952-9184C5050EF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30664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17" name="Tijdelijke aanduiding voor afbeelding 33">
            <a:extLst>
              <a:ext uri="{FF2B5EF4-FFF2-40B4-BE49-F238E27FC236}">
                <a16:creationId xmlns:a16="http://schemas.microsoft.com/office/drawing/2014/main" id="{D15EA347-33D1-EE4E-9464-3CF0EAE3C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410221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19" name="Tijdelijke aanduiding voor afbeelding 33">
            <a:extLst>
              <a:ext uri="{FF2B5EF4-FFF2-40B4-BE49-F238E27FC236}">
                <a16:creationId xmlns:a16="http://schemas.microsoft.com/office/drawing/2014/main" id="{4EC1974C-2EB3-274B-A88C-617CC7414E5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141330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330314A6-BF29-EC42-BF75-622C5286D534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058585" y="3864133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Project title</a:t>
            </a:r>
          </a:p>
        </p:txBody>
      </p:sp>
      <p:sp>
        <p:nvSpPr>
          <p:cNvPr id="21" name="Tijdelijke aanduiding voor inhoud 2">
            <a:extLst>
              <a:ext uri="{FF2B5EF4-FFF2-40B4-BE49-F238E27FC236}">
                <a16:creationId xmlns:a16="http://schemas.microsoft.com/office/drawing/2014/main" id="{D6D76FCC-D508-DD4F-BB82-48A5BCC5457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8802688" y="3864133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Project title</a:t>
            </a:r>
          </a:p>
        </p:txBody>
      </p:sp>
      <p:sp>
        <p:nvSpPr>
          <p:cNvPr id="22" name="Tijdelijke aanduiding voor inhoud 2">
            <a:extLst>
              <a:ext uri="{FF2B5EF4-FFF2-40B4-BE49-F238E27FC236}">
                <a16:creationId xmlns:a16="http://schemas.microsoft.com/office/drawing/2014/main" id="{125E4E80-E44F-EA4F-8054-6AB42A8470B4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1326874" y="3864133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Project title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3528E721-8656-4BDD-B009-8819AFB97FC5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339266" y="2133247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 dirty="0"/>
              <a:t>Object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24" name="Content Placeholder 9">
            <a:extLst>
              <a:ext uri="{FF2B5EF4-FFF2-40B4-BE49-F238E27FC236}">
                <a16:creationId xmlns:a16="http://schemas.microsoft.com/office/drawing/2014/main" id="{2C048C0B-E29D-49EF-80B5-29D0B0F479C0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339266" y="4586421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 dirty="0"/>
              <a:t>Object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25" name="Content Placeholder 9">
            <a:extLst>
              <a:ext uri="{FF2B5EF4-FFF2-40B4-BE49-F238E27FC236}">
                <a16:creationId xmlns:a16="http://schemas.microsoft.com/office/drawing/2014/main" id="{5F680696-8F3B-4E74-B265-71DF36E0977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5070977" y="2133247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 dirty="0"/>
              <a:t>Object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50B084AF-045B-4B49-8FBE-93ACB3E7F00A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802688" y="2133247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 dirty="0"/>
              <a:t>Object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AD8E938A-1AD9-4373-BBFD-C7C066DAB3FA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5070977" y="4586421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 dirty="0"/>
              <a:t>Object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28" name="Content Placeholder 9">
            <a:extLst>
              <a:ext uri="{FF2B5EF4-FFF2-40B4-BE49-F238E27FC236}">
                <a16:creationId xmlns:a16="http://schemas.microsoft.com/office/drawing/2014/main" id="{0C6D1181-34A3-47D3-99A2-1B802126EDC5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8802688" y="4586421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 dirty="0"/>
              <a:t>Object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9166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-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906A4-C8C0-BA4F-A09B-9014BCE49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6E971-EE47-7745-ACA8-1DEF0415F3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grafiek 4">
            <a:extLst>
              <a:ext uri="{FF2B5EF4-FFF2-40B4-BE49-F238E27FC236}">
                <a16:creationId xmlns:a16="http://schemas.microsoft.com/office/drawing/2014/main" id="{967EE9E6-2701-5E4F-A341-5478485FBD8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623889" y="1578459"/>
            <a:ext cx="10944224" cy="465882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Arial" panose="020B0604020202020204" pitchFamily="34" charset="0"/>
              <a:buNone/>
              <a:tabLst/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tabLst/>
              <a:defRPr/>
            </a:pPr>
            <a:r>
              <a:rPr lang="en-US" noProof="0"/>
              <a:t>Click the icon to add an object</a:t>
            </a:r>
          </a:p>
        </p:txBody>
      </p:sp>
    </p:spTree>
    <p:extLst>
      <p:ext uri="{BB962C8B-B14F-4D97-AF65-F5344CB8AC3E}">
        <p14:creationId xmlns:p14="http://schemas.microsoft.com/office/powerpoint/2010/main" val="3082753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chart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F6014-7DB0-CF4A-88E9-463AB221A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45457A-9933-1149-9392-ABAF631B7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grafiek 4">
            <a:extLst>
              <a:ext uri="{FF2B5EF4-FFF2-40B4-BE49-F238E27FC236}">
                <a16:creationId xmlns:a16="http://schemas.microsoft.com/office/drawing/2014/main" id="{3AF460E3-37FD-6B4C-86A1-EEC95DD40B34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623889" y="2760663"/>
            <a:ext cx="10944224" cy="34766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object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A507705-E8A5-0A44-A7D0-4ECFDD43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888" y="1690688"/>
            <a:ext cx="10936287" cy="885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83614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UAntwerpen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0802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titleredful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itel 1">
            <a:extLst>
              <a:ext uri="{FF2B5EF4-FFF2-40B4-BE49-F238E27FC236}">
                <a16:creationId xmlns:a16="http://schemas.microsoft.com/office/drawing/2014/main" id="{7ABBDCB5-5D2A-8947-AEB8-B06A6093E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2737623"/>
            <a:ext cx="10944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BF08461-C600-4C47-803A-43BF0EAD9B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4471987"/>
            <a:ext cx="10944225" cy="1062037"/>
          </a:xfrm>
          <a:prstGeom prst="rect">
            <a:avLst/>
          </a:prstGeom>
        </p:spPr>
        <p:txBody>
          <a:bodyPr/>
          <a:lstStyle>
            <a:lvl1pPr algn="ctr"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2pPr>
            <a:lvl3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3pPr>
            <a:lvl4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4pPr>
            <a:lvl5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5pPr>
          </a:lstStyle>
          <a:p>
            <a:r>
              <a:rPr lang="en-US" noProof="0" dirty="0"/>
              <a:t>Click to edit master subtitle style</a:t>
            </a:r>
          </a:p>
        </p:txBody>
      </p:sp>
      <p:pic>
        <p:nvPicPr>
          <p:cNvPr id="16" name="Afbeelding 12">
            <a:extLst>
              <a:ext uri="{FF2B5EF4-FFF2-40B4-BE49-F238E27FC236}">
                <a16:creationId xmlns:a16="http://schemas.microsoft.com/office/drawing/2014/main" id="{D9C957F6-60B6-4D8B-A101-1844D34A62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23059" y="1506906"/>
            <a:ext cx="2745882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84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titl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AAABACC8-28A2-D34B-8A1E-5CF7BA9005CC}"/>
              </a:ext>
            </a:extLst>
          </p:cNvPr>
          <p:cNvSpPr/>
          <p:nvPr userDrawn="1"/>
        </p:nvSpPr>
        <p:spPr>
          <a:xfrm>
            <a:off x="623888" y="627478"/>
            <a:ext cx="10954551" cy="5618356"/>
          </a:xfrm>
          <a:custGeom>
            <a:avLst/>
            <a:gdLst>
              <a:gd name="connsiteX0" fmla="*/ 0 w 10296525"/>
              <a:gd name="connsiteY0" fmla="*/ 0 h 4968875"/>
              <a:gd name="connsiteX1" fmla="*/ 10296525 w 10296525"/>
              <a:gd name="connsiteY1" fmla="*/ 0 h 4968875"/>
              <a:gd name="connsiteX2" fmla="*/ 10296525 w 10296525"/>
              <a:gd name="connsiteY2" fmla="*/ 4968875 h 4968875"/>
              <a:gd name="connsiteX3" fmla="*/ 253304 w 10296525"/>
              <a:gd name="connsiteY3" fmla="*/ 4968875 h 4968875"/>
              <a:gd name="connsiteX4" fmla="*/ 202263 w 10296525"/>
              <a:gd name="connsiteY4" fmla="*/ 4963730 h 4968875"/>
              <a:gd name="connsiteX5" fmla="*/ 0 w 10296525"/>
              <a:gd name="connsiteY5" fmla="*/ 4715562 h 4968875"/>
              <a:gd name="connsiteX6" fmla="*/ 0 w 10296525"/>
              <a:gd name="connsiteY6" fmla="*/ 0 h 4968875"/>
              <a:gd name="connsiteX0" fmla="*/ 0 w 10629811"/>
              <a:gd name="connsiteY0" fmla="*/ 0 h 4968875"/>
              <a:gd name="connsiteX1" fmla="*/ 10629811 w 10629811"/>
              <a:gd name="connsiteY1" fmla="*/ 8546 h 4968875"/>
              <a:gd name="connsiteX2" fmla="*/ 10296525 w 10629811"/>
              <a:gd name="connsiteY2" fmla="*/ 4968875 h 4968875"/>
              <a:gd name="connsiteX3" fmla="*/ 253304 w 10629811"/>
              <a:gd name="connsiteY3" fmla="*/ 4968875 h 4968875"/>
              <a:gd name="connsiteX4" fmla="*/ 202263 w 10629811"/>
              <a:gd name="connsiteY4" fmla="*/ 4963730 h 4968875"/>
              <a:gd name="connsiteX5" fmla="*/ 0 w 10629811"/>
              <a:gd name="connsiteY5" fmla="*/ 4715562 h 4968875"/>
              <a:gd name="connsiteX6" fmla="*/ 0 w 10629811"/>
              <a:gd name="connsiteY6" fmla="*/ 0 h 4968875"/>
              <a:gd name="connsiteX0" fmla="*/ 0 w 10629811"/>
              <a:gd name="connsiteY0" fmla="*/ 0 h 4977421"/>
              <a:gd name="connsiteX1" fmla="*/ 10629811 w 10629811"/>
              <a:gd name="connsiteY1" fmla="*/ 8546 h 4977421"/>
              <a:gd name="connsiteX2" fmla="*/ 10629811 w 10629811"/>
              <a:gd name="connsiteY2" fmla="*/ 4977421 h 4977421"/>
              <a:gd name="connsiteX3" fmla="*/ 253304 w 10629811"/>
              <a:gd name="connsiteY3" fmla="*/ 4968875 h 4977421"/>
              <a:gd name="connsiteX4" fmla="*/ 202263 w 10629811"/>
              <a:gd name="connsiteY4" fmla="*/ 4963730 h 4977421"/>
              <a:gd name="connsiteX5" fmla="*/ 0 w 10629811"/>
              <a:gd name="connsiteY5" fmla="*/ 4715562 h 4977421"/>
              <a:gd name="connsiteX6" fmla="*/ 0 w 10629811"/>
              <a:gd name="connsiteY6" fmla="*/ 0 h 4977421"/>
              <a:gd name="connsiteX0" fmla="*/ 8545 w 10629811"/>
              <a:gd name="connsiteY0" fmla="*/ 0 h 5618356"/>
              <a:gd name="connsiteX1" fmla="*/ 10629811 w 10629811"/>
              <a:gd name="connsiteY1" fmla="*/ 649481 h 5618356"/>
              <a:gd name="connsiteX2" fmla="*/ 10629811 w 10629811"/>
              <a:gd name="connsiteY2" fmla="*/ 5618356 h 5618356"/>
              <a:gd name="connsiteX3" fmla="*/ 253304 w 10629811"/>
              <a:gd name="connsiteY3" fmla="*/ 5609810 h 5618356"/>
              <a:gd name="connsiteX4" fmla="*/ 202263 w 10629811"/>
              <a:gd name="connsiteY4" fmla="*/ 5604665 h 5618356"/>
              <a:gd name="connsiteX5" fmla="*/ 0 w 10629811"/>
              <a:gd name="connsiteY5" fmla="*/ 5356497 h 5618356"/>
              <a:gd name="connsiteX6" fmla="*/ 8545 w 10629811"/>
              <a:gd name="connsiteY6" fmla="*/ 0 h 5618356"/>
              <a:gd name="connsiteX0" fmla="*/ 8545 w 10946005"/>
              <a:gd name="connsiteY0" fmla="*/ 0 h 5618356"/>
              <a:gd name="connsiteX1" fmla="*/ 10946005 w 10946005"/>
              <a:gd name="connsiteY1" fmla="*/ 8546 h 5618356"/>
              <a:gd name="connsiteX2" fmla="*/ 10629811 w 10946005"/>
              <a:gd name="connsiteY2" fmla="*/ 5618356 h 5618356"/>
              <a:gd name="connsiteX3" fmla="*/ 253304 w 10946005"/>
              <a:gd name="connsiteY3" fmla="*/ 5609810 h 5618356"/>
              <a:gd name="connsiteX4" fmla="*/ 202263 w 10946005"/>
              <a:gd name="connsiteY4" fmla="*/ 5604665 h 5618356"/>
              <a:gd name="connsiteX5" fmla="*/ 0 w 10946005"/>
              <a:gd name="connsiteY5" fmla="*/ 5356497 h 5618356"/>
              <a:gd name="connsiteX6" fmla="*/ 8545 w 10946005"/>
              <a:gd name="connsiteY6" fmla="*/ 0 h 5618356"/>
              <a:gd name="connsiteX0" fmla="*/ 8545 w 10954551"/>
              <a:gd name="connsiteY0" fmla="*/ 0 h 5618356"/>
              <a:gd name="connsiteX1" fmla="*/ 10946005 w 10954551"/>
              <a:gd name="connsiteY1" fmla="*/ 8546 h 5618356"/>
              <a:gd name="connsiteX2" fmla="*/ 10954551 w 10954551"/>
              <a:gd name="connsiteY2" fmla="*/ 5618356 h 5618356"/>
              <a:gd name="connsiteX3" fmla="*/ 253304 w 10954551"/>
              <a:gd name="connsiteY3" fmla="*/ 5609810 h 5618356"/>
              <a:gd name="connsiteX4" fmla="*/ 202263 w 10954551"/>
              <a:gd name="connsiteY4" fmla="*/ 5604665 h 5618356"/>
              <a:gd name="connsiteX5" fmla="*/ 0 w 10954551"/>
              <a:gd name="connsiteY5" fmla="*/ 5356497 h 5618356"/>
              <a:gd name="connsiteX6" fmla="*/ 8545 w 10954551"/>
              <a:gd name="connsiteY6" fmla="*/ 0 h 56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54551" h="5618356">
                <a:moveTo>
                  <a:pt x="8545" y="0"/>
                </a:moveTo>
                <a:lnTo>
                  <a:pt x="10946005" y="8546"/>
                </a:lnTo>
                <a:cubicBezTo>
                  <a:pt x="10948854" y="1878483"/>
                  <a:pt x="10951702" y="3748419"/>
                  <a:pt x="10954551" y="5618356"/>
                </a:cubicBez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E" dirty="0"/>
          </a:p>
        </p:txBody>
      </p:sp>
      <p:sp>
        <p:nvSpPr>
          <p:cNvPr id="5" name="Tijdelijke aanduiding voor titel 1">
            <a:extLst>
              <a:ext uri="{FF2B5EF4-FFF2-40B4-BE49-F238E27FC236}">
                <a16:creationId xmlns:a16="http://schemas.microsoft.com/office/drawing/2014/main" id="{31D26ADD-50E0-864E-879F-AED5604BF2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453" y="2318879"/>
            <a:ext cx="109639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534ABFA-B94B-7346-9AA3-E2278EC84F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453" y="4071937"/>
            <a:ext cx="10963985" cy="1043343"/>
          </a:xfrm>
          <a:prstGeom prst="rect">
            <a:avLst/>
          </a:prstGeom>
        </p:spPr>
        <p:txBody>
          <a:bodyPr/>
          <a:lstStyle>
            <a:lvl1pPr algn="ctr"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2pPr>
            <a:lvl3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3pPr>
            <a:lvl4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4pPr>
            <a:lvl5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5pPr>
          </a:lstStyle>
          <a:p>
            <a:r>
              <a:rPr lang="en-US" noProof="0" dirty="0"/>
              <a:t>Click to edit master subtitle style</a:t>
            </a:r>
          </a:p>
        </p:txBody>
      </p:sp>
      <p:pic>
        <p:nvPicPr>
          <p:cNvPr id="17" name="Afbeelding 5">
            <a:extLst>
              <a:ext uri="{FF2B5EF4-FFF2-40B4-BE49-F238E27FC236}">
                <a16:creationId xmlns:a16="http://schemas.microsoft.com/office/drawing/2014/main" id="{B9DEEA89-1D64-4629-B832-554B89D051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6400" y="6466361"/>
            <a:ext cx="867176" cy="22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788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imagewit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C3132F7D-D063-1C4B-8D0F-49AC33221A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</p:spTree>
    <p:extLst>
      <p:ext uri="{BB962C8B-B14F-4D97-AF65-F5344CB8AC3E}">
        <p14:creationId xmlns:p14="http://schemas.microsoft.com/office/powerpoint/2010/main" val="3398203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999222-05DA-F24F-99F4-A098BCC40D8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pic>
        <p:nvPicPr>
          <p:cNvPr id="14" name="Afbeelding 5">
            <a:extLst>
              <a:ext uri="{FF2B5EF4-FFF2-40B4-BE49-F238E27FC236}">
                <a16:creationId xmlns:a16="http://schemas.microsoft.com/office/drawing/2014/main" id="{5364E5CA-8701-44A9-9FAA-5375A1F5CE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6400" y="6466361"/>
            <a:ext cx="867176" cy="22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0901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image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3">
            <a:extLst>
              <a:ext uri="{FF2B5EF4-FFF2-40B4-BE49-F238E27FC236}">
                <a16:creationId xmlns:a16="http://schemas.microsoft.com/office/drawing/2014/main" id="{BF020726-1AA6-EE4D-9CD8-9B40673609E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89753A3A-E019-254C-9677-C9C519017A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6518" y="3613790"/>
            <a:ext cx="3761595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First Name Name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4D01101A-4B64-9146-92CB-AB7133B61F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5738" y="1500371"/>
            <a:ext cx="3762375" cy="1945955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Quote</a:t>
            </a:r>
          </a:p>
        </p:txBody>
      </p:sp>
    </p:spTree>
    <p:extLst>
      <p:ext uri="{BB962C8B-B14F-4D97-AF65-F5344CB8AC3E}">
        <p14:creationId xmlns:p14="http://schemas.microsoft.com/office/powerpoint/2010/main" val="1092190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imagequoteand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09DBE046-B8F3-D840-ABA8-37DDBE8E14F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29C33EA9-EAA8-554B-9770-EC4BF96CD4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6519" y="3613790"/>
            <a:ext cx="3415735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First Name Name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A2A5195-C3FC-3548-A159-FD845F8D8A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5739" y="1500371"/>
            <a:ext cx="3416443" cy="1945955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Quote</a:t>
            </a:r>
          </a:p>
        </p:txBody>
      </p:sp>
      <p:pic>
        <p:nvPicPr>
          <p:cNvPr id="16" name="Afbeelding 5">
            <a:extLst>
              <a:ext uri="{FF2B5EF4-FFF2-40B4-BE49-F238E27FC236}">
                <a16:creationId xmlns:a16="http://schemas.microsoft.com/office/drawing/2014/main" id="{D1E7E4FE-EB1E-4D7F-8B3F-62E84FC8F5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6400" y="6466361"/>
            <a:ext cx="867176" cy="22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7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itel 1">
            <a:extLst>
              <a:ext uri="{FF2B5EF4-FFF2-40B4-BE49-F238E27FC236}">
                <a16:creationId xmlns:a16="http://schemas.microsoft.com/office/drawing/2014/main" id="{1948A336-DFA9-6348-B512-B2BBC75D1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20713"/>
            <a:ext cx="10944226" cy="79179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9" name="Tijdelijke aanduiding voor dianummer 3">
            <a:extLst>
              <a:ext uri="{FF2B5EF4-FFF2-40B4-BE49-F238E27FC236}">
                <a16:creationId xmlns:a16="http://schemas.microsoft.com/office/drawing/2014/main" id="{ACEE07E0-D229-2548-A4C6-019956C34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3493" y="6339173"/>
            <a:ext cx="26446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2212B-EACF-4AB5-8035-E9729BF53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1516380"/>
            <a:ext cx="10944225" cy="472090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8" name="Afbeelding 5">
            <a:extLst>
              <a:ext uri="{FF2B5EF4-FFF2-40B4-BE49-F238E27FC236}">
                <a16:creationId xmlns:a16="http://schemas.microsoft.com/office/drawing/2014/main" id="{28FB73F1-7269-47FF-86D6-7DE691640759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626400" y="6466361"/>
            <a:ext cx="867176" cy="226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5" r:id="rId1"/>
    <p:sldLayoutId id="2147484105" r:id="rId2"/>
    <p:sldLayoutId id="2147484106" r:id="rId3"/>
    <p:sldLayoutId id="2147484107" r:id="rId4"/>
    <p:sldLayoutId id="2147484108" r:id="rId5"/>
    <p:sldLayoutId id="2147484109" r:id="rId6"/>
    <p:sldLayoutId id="2147484110" r:id="rId7"/>
    <p:sldLayoutId id="2147484116" r:id="rId8"/>
    <p:sldLayoutId id="2147484117" r:id="rId9"/>
    <p:sldLayoutId id="2147484111" r:id="rId10"/>
    <p:sldLayoutId id="2147484113" r:id="rId11"/>
    <p:sldLayoutId id="2147484112" r:id="rId12"/>
    <p:sldLayoutId id="2147484102" r:id="rId13"/>
  </p:sldLayoutIdLst>
  <p:hf hdr="0"/>
  <p:txStyles>
    <p:titleStyle>
      <a:lvl1pPr algn="l" defTabSz="1217054" rtl="0" eaLnBrk="1" fontAlgn="base" hangingPunct="1">
        <a:spcBef>
          <a:spcPct val="0"/>
        </a:spcBef>
        <a:spcAft>
          <a:spcPct val="0"/>
        </a:spcAft>
        <a:defRPr sz="3800" b="1" i="0" kern="1200">
          <a:solidFill>
            <a:schemeClr val="accent2"/>
          </a:solidFill>
          <a:latin typeface="Calibri" panose="020F0502020204030204" pitchFamily="34" charset="0"/>
          <a:ea typeface="Verdana" charset="0"/>
          <a:cs typeface="Calibri" panose="020F0502020204030204" pitchFamily="34" charset="0"/>
        </a:defRPr>
      </a:lvl1pPr>
      <a:lvl2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68288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§"/>
        <a:defRPr sz="2800" b="1" i="0" kern="1200">
          <a:solidFill>
            <a:schemeClr val="tx1"/>
          </a:solidFill>
          <a:latin typeface="+mn-lt"/>
          <a:ea typeface="Verdana" charset="0"/>
          <a:cs typeface="Calibri Light" panose="020F0302020204030204" pitchFamily="34" charset="0"/>
        </a:defRPr>
      </a:lvl1pPr>
      <a:lvl2pPr marL="628650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Verdana" charset="0"/>
          <a:cs typeface="Calibri" panose="020F0502020204030204" pitchFamily="34" charset="0"/>
        </a:defRPr>
      </a:lvl2pPr>
      <a:lvl3pPr marL="987425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Verdana" charset="0"/>
          <a:cs typeface="Calibri" panose="020F0502020204030204" pitchFamily="34" charset="0"/>
        </a:defRPr>
      </a:lvl3pPr>
      <a:lvl4pPr marL="1347788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Verdana" charset="0"/>
          <a:cs typeface="Calibri" panose="020F0502020204030204" pitchFamily="34" charset="0"/>
        </a:defRPr>
      </a:lvl4pPr>
      <a:lvl5pPr marL="1700213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Verdana" charset="0"/>
          <a:cs typeface="Calibri" panose="020F0502020204030204" pitchFamily="34" charset="0"/>
        </a:defRPr>
      </a:lvl5pPr>
      <a:lvl6pPr marL="2076450" indent="-285750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575" indent="-285750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lang="nl-BE" sz="1800" kern="1200" dirty="0" err="1" smtClean="0">
          <a:solidFill>
            <a:schemeClr val="tx1"/>
          </a:solidFill>
          <a:latin typeface="+mn-lt"/>
          <a:ea typeface="+mn-ea"/>
          <a:cs typeface="+mn-cs"/>
        </a:defRPr>
      </a:lvl7pPr>
      <a:lvl8pPr marL="2795587" indent="-285750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160712" indent="-285750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pos="7287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54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1" userDrawn="1">
          <p15:clr>
            <a:srgbClr val="F26B43"/>
          </p15:clr>
        </p15:guide>
        <p15:guide id="2" pos="393" userDrawn="1">
          <p15:clr>
            <a:srgbClr val="F26B43"/>
          </p15:clr>
        </p15:guide>
        <p15:guide id="3" pos="7287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ndrei.belogaev@uantwerpen.be" TargetMode="External"/><Relationship Id="rId2" Type="http://schemas.openxmlformats.org/officeDocument/2006/relationships/hyperlink" Target="mailto:johan.bergs@uantwerpen.be" TargetMode="Externa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7654-B1F8-CB41-A11C-78EAAE0B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Computer Networks 2025-2026</a:t>
            </a:r>
            <a:br>
              <a:rPr lang="en-US" noProof="0" dirty="0"/>
            </a:br>
            <a:r>
              <a:rPr lang="en-US" sz="4400" noProof="0" dirty="0"/>
              <a:t>Exercises: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9F27B-4FA1-1945-B3AE-2234EB3F59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Johan Bergs – Andrei </a:t>
            </a:r>
            <a:r>
              <a:rPr lang="en-US" dirty="0" err="1"/>
              <a:t>Belogaev</a:t>
            </a:r>
            <a:endParaRPr lang="en-US" dirty="0"/>
          </a:p>
          <a:p>
            <a:r>
              <a:rPr lang="nl-NL" sz="1400" b="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johan.bergs</a:t>
            </a:r>
            <a:r>
              <a:rPr lang="en-BE" sz="1400" b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@uantwerpen.be</a:t>
            </a:r>
            <a:r>
              <a:rPr lang="nl-NL" sz="1400" b="0" dirty="0"/>
              <a:t> – </a:t>
            </a:r>
            <a:r>
              <a:rPr lang="nl-NL" sz="1400" b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andrei.belogaev@uantwerpen.be</a:t>
            </a:r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801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A266FEA9-587E-0DB0-C6DB-458ED63D870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nl-BE" dirty="0"/>
              <a:t>Johan Bergs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EE036EEF-9611-35E6-7DAA-6DB073EA1B6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nl-BE" dirty="0"/>
              <a:t>Andrei Belogaev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6FDCE0D-63DE-7821-4273-017E610A0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Who are we?</a:t>
            </a:r>
          </a:p>
        </p:txBody>
      </p:sp>
      <p:pic>
        <p:nvPicPr>
          <p:cNvPr id="16" name="Tijdelijke aanduiding voor inhoud 15" descr="Afbeelding met Menselijk gezicht, persoon, kleding, glimlach&#10;&#10;Door AI gegenereerde inhoud is mogelijk onjuist.">
            <a:extLst>
              <a:ext uri="{FF2B5EF4-FFF2-40B4-BE49-F238E27FC236}">
                <a16:creationId xmlns:a16="http://schemas.microsoft.com/office/drawing/2014/main" id="{7320CD9F-8542-ED8D-CEE6-25F588EFB85C}"/>
              </a:ext>
            </a:extLst>
          </p:cNvPr>
          <p:cNvPicPr>
            <a:picLocks noGrp="1" noChangeAspect="1"/>
          </p:cNvPicPr>
          <p:nvPr>
            <p:ph sz="quarter" idx="28"/>
          </p:nvPr>
        </p:nvPicPr>
        <p:blipFill>
          <a:blip r:embed="rId2"/>
          <a:stretch>
            <a:fillRect/>
          </a:stretch>
        </p:blipFill>
        <p:spPr>
          <a:xfrm>
            <a:off x="6586976" y="2122488"/>
            <a:ext cx="4640974" cy="4114800"/>
          </a:xfrm>
          <a:prstGeom prst="rect">
            <a:avLst/>
          </a:prstGeom>
        </p:spPr>
      </p:pic>
      <p:pic>
        <p:nvPicPr>
          <p:cNvPr id="34" name="Tijdelijke aanduiding voor inhoud 33" descr="Afbeelding met Menselijk gezicht, persoon, kleding, boom&#10;&#10;Door AI gegenereerde inhoud is mogelijk onjuist.">
            <a:extLst>
              <a:ext uri="{FF2B5EF4-FFF2-40B4-BE49-F238E27FC236}">
                <a16:creationId xmlns:a16="http://schemas.microsoft.com/office/drawing/2014/main" id="{F6D5F704-3054-63CF-E0E7-DA6B33448C7F}"/>
              </a:ext>
            </a:extLst>
          </p:cNvPr>
          <p:cNvPicPr>
            <a:picLocks noGrp="1" noChangeAspect="1"/>
          </p:cNvPicPr>
          <p:nvPr>
            <p:ph sz="quarter" idx="27"/>
          </p:nvPr>
        </p:nvPicPr>
        <p:blipFill>
          <a:blip r:embed="rId3"/>
          <a:stretch>
            <a:fillRect/>
          </a:stretch>
        </p:blipFill>
        <p:spPr>
          <a:xfrm>
            <a:off x="964305" y="2122488"/>
            <a:ext cx="464046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79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99440EBE-23FE-85F9-B732-B05CD0027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Practical Arrangements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F1C1BFFE-87C2-3FF1-741C-531B9C15D8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13884088-731D-0014-3036-F78ABB7116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l-BE" dirty="0"/>
              <a:t>The exercises are made in </a:t>
            </a:r>
            <a:r>
              <a:rPr lang="nl-BE" dirty="0">
                <a:solidFill>
                  <a:schemeClr val="accent5"/>
                </a:solidFill>
              </a:rPr>
              <a:t>groups of 2</a:t>
            </a:r>
          </a:p>
          <a:p>
            <a:pPr lvl="1"/>
            <a:r>
              <a:rPr lang="nl-BE" dirty="0"/>
              <a:t>Groups should be formed on Blackboard by </a:t>
            </a:r>
            <a:r>
              <a:rPr lang="nl-BE"/>
              <a:t>the 27th </a:t>
            </a:r>
            <a:r>
              <a:rPr lang="nl-BE" dirty="0"/>
              <a:t>of February at the latest</a:t>
            </a:r>
          </a:p>
          <a:p>
            <a:pPr lvl="1"/>
            <a:r>
              <a:rPr lang="nl-BE" dirty="0"/>
              <a:t>Exception: the exercises of today</a:t>
            </a:r>
          </a:p>
          <a:p>
            <a:pPr lvl="1"/>
            <a:endParaRPr lang="nl-BE" dirty="0"/>
          </a:p>
          <a:p>
            <a:r>
              <a:rPr lang="nl-BE" dirty="0"/>
              <a:t>The exercises are divided in several “labs”</a:t>
            </a:r>
          </a:p>
          <a:p>
            <a:pPr lvl="1"/>
            <a:r>
              <a:rPr lang="nl-BE" dirty="0"/>
              <a:t>At the start of each lab, you will get the lab assignment</a:t>
            </a:r>
          </a:p>
          <a:p>
            <a:pPr lvl="1"/>
            <a:r>
              <a:rPr lang="nl-BE" dirty="0"/>
              <a:t>Most lab sessions are divided over two weeks</a:t>
            </a:r>
          </a:p>
          <a:p>
            <a:pPr lvl="1"/>
            <a:r>
              <a:rPr lang="nl-BE" dirty="0"/>
              <a:t>At the end of each lab session, a report needs to be handed in on Blackboard</a:t>
            </a:r>
          </a:p>
          <a:p>
            <a:endParaRPr lang="nl-BE" dirty="0"/>
          </a:p>
          <a:p>
            <a:r>
              <a:rPr lang="nl-BE" dirty="0"/>
              <a:t>During the lab sessions on Fridays:</a:t>
            </a:r>
          </a:p>
          <a:p>
            <a:pPr lvl="1"/>
            <a:r>
              <a:rPr lang="nl-BE" dirty="0"/>
              <a:t>Frequent mistakes in previous sessions are explained</a:t>
            </a:r>
          </a:p>
          <a:p>
            <a:pPr lvl="1"/>
            <a:r>
              <a:rPr lang="nl-BE" dirty="0"/>
              <a:t>Additional information is given to accompany the lab assignments</a:t>
            </a:r>
          </a:p>
          <a:p>
            <a:pPr lvl="1"/>
            <a:r>
              <a:rPr lang="nl-BE" dirty="0"/>
              <a:t>We are present to answer any questions</a:t>
            </a:r>
          </a:p>
          <a:p>
            <a:pPr lvl="1"/>
            <a:endParaRPr lang="nl-BE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573552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024CC1D5-C687-D1CD-D3CE-2D30F6E16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Communication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19519A04-C648-21AE-86AF-7BC2BC81D4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F13AB254-3119-50D0-C0C8-6AF780D177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l-BE" dirty="0"/>
              <a:t>Important messages</a:t>
            </a:r>
          </a:p>
          <a:p>
            <a:pPr lvl="1"/>
            <a:r>
              <a:rPr lang="nl-BE" dirty="0"/>
              <a:t>All important messages will be posted on </a:t>
            </a:r>
            <a:r>
              <a:rPr lang="nl-BE" dirty="0">
                <a:solidFill>
                  <a:schemeClr val="accent5"/>
                </a:solidFill>
              </a:rPr>
              <a:t>Blackboard.</a:t>
            </a:r>
          </a:p>
          <a:p>
            <a:endParaRPr lang="nl-BE" dirty="0">
              <a:solidFill>
                <a:schemeClr val="accent5"/>
              </a:solidFill>
            </a:endParaRPr>
          </a:p>
          <a:p>
            <a:r>
              <a:rPr lang="nl-BE" b="1" dirty="0"/>
              <a:t>Questions</a:t>
            </a:r>
          </a:p>
          <a:p>
            <a:pPr lvl="1"/>
            <a:r>
              <a:rPr lang="nl-BE" dirty="0"/>
              <a:t>We are available for questions during the weekly classes on Friday</a:t>
            </a:r>
          </a:p>
          <a:p>
            <a:pPr lvl="1"/>
            <a:r>
              <a:rPr lang="nl-BE" dirty="0"/>
              <a:t>As both Johan and Andrei have their office at </a:t>
            </a:r>
            <a:r>
              <a:rPr lang="nl-BE" dirty="0">
                <a:solidFill>
                  <a:schemeClr val="accent5"/>
                </a:solidFill>
              </a:rPr>
              <a:t>the Beacon (CST)</a:t>
            </a:r>
            <a:r>
              <a:rPr lang="nl-BE" dirty="0"/>
              <a:t>, and not at CMI, the best way to contact them is via e-mail. Always send a mail to both!</a:t>
            </a:r>
          </a:p>
          <a:p>
            <a:endParaRPr lang="nl-BE" dirty="0"/>
          </a:p>
          <a:p>
            <a:r>
              <a:rPr lang="nl-BE" dirty="0"/>
              <a:t>When stuck:</a:t>
            </a:r>
          </a:p>
          <a:p>
            <a:pPr marL="614355" lvl="1" indent="-342900">
              <a:buFont typeface="+mj-lt"/>
              <a:buAutoNum type="arabicPeriod"/>
            </a:pPr>
            <a:r>
              <a:rPr lang="nl-BE" dirty="0"/>
              <a:t>(Double)-check if you are following the instructions in the exercise correctly</a:t>
            </a:r>
          </a:p>
          <a:p>
            <a:pPr marL="614355" lvl="1" indent="-342900">
              <a:buFont typeface="+mj-lt"/>
              <a:buAutoNum type="arabicPeriod"/>
            </a:pPr>
            <a:r>
              <a:rPr lang="nl-BE" dirty="0"/>
              <a:t>(Double)-check the theory</a:t>
            </a:r>
          </a:p>
          <a:p>
            <a:pPr marL="614355" lvl="1" indent="-342900">
              <a:buFont typeface="+mj-lt"/>
              <a:buAutoNum type="arabicPeriod"/>
            </a:pPr>
            <a:r>
              <a:rPr lang="nl-BE" dirty="0"/>
              <a:t>Ask your fellow students</a:t>
            </a:r>
          </a:p>
          <a:p>
            <a:pPr marL="614355" lvl="1" indent="-342900">
              <a:buFont typeface="+mj-lt"/>
              <a:buAutoNum type="arabicPeriod"/>
            </a:pPr>
            <a:r>
              <a:rPr lang="nl-BE" dirty="0"/>
              <a:t>Ask Johan or Andrei</a:t>
            </a:r>
          </a:p>
        </p:txBody>
      </p:sp>
    </p:spTree>
    <p:extLst>
      <p:ext uri="{BB962C8B-B14F-4D97-AF65-F5344CB8AC3E}">
        <p14:creationId xmlns:p14="http://schemas.microsoft.com/office/powerpoint/2010/main" val="1685646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B1F3C7AA-1BD7-FE47-B55D-78E4C7E81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Grading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878BFAFD-BD7F-8AF0-0D70-0AED9AA8E5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6E80BE4-D521-6307-2B47-839D249293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nl-BE" dirty="0"/>
              <a:t>Lab sessions</a:t>
            </a:r>
          </a:p>
          <a:p>
            <a:pPr lvl="1"/>
            <a:r>
              <a:rPr lang="nl-BE" dirty="0"/>
              <a:t>Lab sessions have </a:t>
            </a:r>
            <a:r>
              <a:rPr lang="nl-BE" b="1" dirty="0">
                <a:solidFill>
                  <a:schemeClr val="accent5"/>
                </a:solidFill>
              </a:rPr>
              <a:t>deadlines</a:t>
            </a:r>
            <a:r>
              <a:rPr lang="nl-BE" dirty="0"/>
              <a:t>. A missed deadline means no grades for that lab!</a:t>
            </a:r>
          </a:p>
          <a:p>
            <a:pPr lvl="1"/>
            <a:r>
              <a:rPr lang="nl-BE" dirty="0"/>
              <a:t>Lab sessions that are handed in, will be corrected as soon as possible.</a:t>
            </a:r>
          </a:p>
          <a:p>
            <a:pPr lvl="1"/>
            <a:r>
              <a:rPr lang="nl-BE" dirty="0"/>
              <a:t>Grades for each lab session will be made available on Blackboard.</a:t>
            </a:r>
          </a:p>
          <a:p>
            <a:pPr lvl="1"/>
            <a:r>
              <a:rPr lang="nl-BE" dirty="0"/>
              <a:t>Both of the group members receive the same grades.</a:t>
            </a:r>
          </a:p>
          <a:p>
            <a:r>
              <a:rPr lang="nl-BE" dirty="0"/>
              <a:t>Final grade</a:t>
            </a:r>
          </a:p>
          <a:p>
            <a:pPr lvl="1"/>
            <a:r>
              <a:rPr lang="nl-BE" dirty="0"/>
              <a:t>The final grade for the exercises is a weighted average – not every lab receives the same weight.</a:t>
            </a:r>
          </a:p>
          <a:p>
            <a:pPr lvl="1"/>
            <a:r>
              <a:rPr lang="nl-BE" dirty="0"/>
              <a:t>The grades for the exercises make up </a:t>
            </a:r>
            <a:r>
              <a:rPr lang="nl-BE" b="1" dirty="0">
                <a:solidFill>
                  <a:schemeClr val="accent5"/>
                </a:solidFill>
              </a:rPr>
              <a:t>50% of the grades for the course</a:t>
            </a:r>
            <a:r>
              <a:rPr lang="nl-BE" dirty="0"/>
              <a:t>.</a:t>
            </a:r>
          </a:p>
          <a:p>
            <a:pPr lvl="1"/>
            <a:r>
              <a:rPr lang="nl-BE" dirty="0"/>
              <a:t>No separate ”lab exam” – the labs are permanently evaluated throught the semester.</a:t>
            </a:r>
          </a:p>
          <a:p>
            <a:r>
              <a:rPr lang="nl-BE" dirty="0"/>
              <a:t>In order to pass:</a:t>
            </a:r>
          </a:p>
          <a:p>
            <a:pPr lvl="1"/>
            <a:r>
              <a:rPr lang="nl-BE" dirty="0"/>
              <a:t>You need to obtain </a:t>
            </a:r>
            <a:r>
              <a:rPr lang="nl-BE" dirty="0">
                <a:solidFill>
                  <a:schemeClr val="accent5"/>
                </a:solidFill>
              </a:rPr>
              <a:t>at least </a:t>
            </a:r>
            <a:r>
              <a:rPr lang="nl-BE" b="1" dirty="0">
                <a:solidFill>
                  <a:schemeClr val="accent5"/>
                </a:solidFill>
              </a:rPr>
              <a:t>10/20</a:t>
            </a:r>
            <a:r>
              <a:rPr lang="nl-BE" dirty="0">
                <a:solidFill>
                  <a:schemeClr val="accent5"/>
                </a:solidFill>
              </a:rPr>
              <a:t> in total</a:t>
            </a:r>
            <a:r>
              <a:rPr lang="nl-BE" dirty="0"/>
              <a:t>, and</a:t>
            </a:r>
          </a:p>
          <a:p>
            <a:pPr lvl="1"/>
            <a:r>
              <a:rPr lang="nl-BE" dirty="0"/>
              <a:t>You need to obtain </a:t>
            </a:r>
            <a:r>
              <a:rPr lang="nl-BE" dirty="0">
                <a:solidFill>
                  <a:schemeClr val="accent5"/>
                </a:solidFill>
              </a:rPr>
              <a:t>at least </a:t>
            </a:r>
            <a:r>
              <a:rPr lang="nl-BE" b="1" dirty="0">
                <a:solidFill>
                  <a:schemeClr val="accent5"/>
                </a:solidFill>
              </a:rPr>
              <a:t>4/10</a:t>
            </a:r>
            <a:r>
              <a:rPr lang="nl-BE" dirty="0">
                <a:solidFill>
                  <a:schemeClr val="accent5"/>
                </a:solidFill>
              </a:rPr>
              <a:t> on both theory and labs.</a:t>
            </a:r>
          </a:p>
          <a:p>
            <a:pPr lvl="1"/>
            <a:r>
              <a:rPr lang="nl-BE" dirty="0"/>
              <a:t>If you should fail only 1 part, the grades for the other part can be transferred to the re-examination.</a:t>
            </a:r>
          </a:p>
          <a:p>
            <a:pPr lvl="1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144389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B0FDCC59-0CC3-DEC3-9865-B8C7715B09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CE47C8BB-4A9B-8CC0-5371-3755CF45731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nl-BE" dirty="0"/>
              <a:t>Weights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A204C8D8-76AF-65AF-DCA5-AFE3D0DD8F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nl-BE" dirty="0"/>
              <a:t>Deadlines</a:t>
            </a:r>
          </a:p>
        </p:txBody>
      </p:sp>
      <p:graphicFrame>
        <p:nvGraphicFramePr>
          <p:cNvPr id="15" name="Tijdelijke aanduiding voor inhoud 14">
            <a:extLst>
              <a:ext uri="{FF2B5EF4-FFF2-40B4-BE49-F238E27FC236}">
                <a16:creationId xmlns:a16="http://schemas.microsoft.com/office/drawing/2014/main" id="{FE05C258-FE25-BA11-9D0C-BDB78D7BE4AC}"/>
              </a:ext>
            </a:extLst>
          </p:cNvPr>
          <p:cNvGraphicFramePr>
            <a:graphicFrameLocks noGrp="1"/>
          </p:cNvGraphicFramePr>
          <p:nvPr>
            <p:ph sz="quarter" idx="27"/>
            <p:extLst>
              <p:ext uri="{D42A27DB-BD31-4B8C-83A1-F6EECF244321}">
                <p14:modId xmlns:p14="http://schemas.microsoft.com/office/powerpoint/2010/main" val="1165149270"/>
              </p:ext>
            </p:extLst>
          </p:nvPr>
        </p:nvGraphicFramePr>
        <p:xfrm>
          <a:off x="630238" y="2122488"/>
          <a:ext cx="5308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300">
                  <a:extLst>
                    <a:ext uri="{9D8B030D-6E8A-4147-A177-3AD203B41FA5}">
                      <a16:colId xmlns:a16="http://schemas.microsoft.com/office/drawing/2014/main" val="373701038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646927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Lab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056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Lab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BE" dirty="0"/>
                        <a:t>5.0%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310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Lab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BE" dirty="0"/>
                        <a:t>20.0%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646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Lab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BE" dirty="0"/>
                        <a:t>22.5%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24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Lab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BE" dirty="0"/>
                        <a:t>22.5%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933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Lab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BE" dirty="0"/>
                        <a:t>22.5%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758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Lab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BE" dirty="0"/>
                        <a:t>7.5%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998438"/>
                  </a:ext>
                </a:extLst>
              </a:tr>
            </a:tbl>
          </a:graphicData>
        </a:graphic>
      </p:graphicFrame>
      <p:graphicFrame>
        <p:nvGraphicFramePr>
          <p:cNvPr id="19" name="Tijdelijke aanduiding voor inhoud 18">
            <a:extLst>
              <a:ext uri="{FF2B5EF4-FFF2-40B4-BE49-F238E27FC236}">
                <a16:creationId xmlns:a16="http://schemas.microsoft.com/office/drawing/2014/main" id="{7A95E9E9-AFE6-9763-FD6B-3FF3942B4768}"/>
              </a:ext>
            </a:extLst>
          </p:cNvPr>
          <p:cNvGraphicFramePr>
            <a:graphicFrameLocks noGrp="1"/>
          </p:cNvGraphicFramePr>
          <p:nvPr>
            <p:ph sz="quarter" idx="28"/>
            <p:extLst>
              <p:ext uri="{D42A27DB-BD31-4B8C-83A1-F6EECF244321}">
                <p14:modId xmlns:p14="http://schemas.microsoft.com/office/powerpoint/2010/main" val="364004284"/>
              </p:ext>
            </p:extLst>
          </p:nvPr>
        </p:nvGraphicFramePr>
        <p:xfrm>
          <a:off x="6253163" y="2122488"/>
          <a:ext cx="5308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734">
                  <a:extLst>
                    <a:ext uri="{9D8B030D-6E8A-4147-A177-3AD203B41FA5}">
                      <a16:colId xmlns:a16="http://schemas.microsoft.com/office/drawing/2014/main" val="3474489563"/>
                    </a:ext>
                  </a:extLst>
                </a:gridCol>
                <a:gridCol w="1618866">
                  <a:extLst>
                    <a:ext uri="{9D8B030D-6E8A-4147-A177-3AD203B41FA5}">
                      <a16:colId xmlns:a16="http://schemas.microsoft.com/office/drawing/2014/main" val="34425207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When?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What?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276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Thursday 26/2 23:59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Lab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344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Thursday 12/3 23:59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Lab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2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Thursday 26/3 23:59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Lab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283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Thursday 23/4 23:59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Lab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372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Thursday 7/5 23:59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Lab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734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>
                          <a:solidFill>
                            <a:schemeClr val="accent5"/>
                          </a:solidFill>
                        </a:rPr>
                        <a:t>Wednesday 20/5 23:59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Lab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380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>
                          <a:solidFill>
                            <a:schemeClr val="accent5"/>
                          </a:solidFill>
                        </a:rPr>
                        <a:t>Monday 25/5 23:59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Lab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314966"/>
                  </a:ext>
                </a:extLst>
              </a:tr>
            </a:tbl>
          </a:graphicData>
        </a:graphic>
      </p:graphicFrame>
      <p:sp>
        <p:nvSpPr>
          <p:cNvPr id="8" name="Titel 7">
            <a:extLst>
              <a:ext uri="{FF2B5EF4-FFF2-40B4-BE49-F238E27FC236}">
                <a16:creationId xmlns:a16="http://schemas.microsoft.com/office/drawing/2014/main" id="{87CEA9BA-A0E3-895F-D18C-5D86CD1B4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Lab weights &amp; Deadlines</a:t>
            </a:r>
          </a:p>
        </p:txBody>
      </p:sp>
    </p:spTree>
    <p:extLst>
      <p:ext uri="{BB962C8B-B14F-4D97-AF65-F5344CB8AC3E}">
        <p14:creationId xmlns:p14="http://schemas.microsoft.com/office/powerpoint/2010/main" val="1889085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3">
            <a:extLst>
              <a:ext uri="{FF2B5EF4-FFF2-40B4-BE49-F238E27FC236}">
                <a16:creationId xmlns:a16="http://schemas.microsoft.com/office/drawing/2014/main" id="{F1E6E984-FD38-83B8-49FC-83A56B3B8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Schedule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1E109696-3502-4C94-3571-4FACE2B1D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7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95C2A284-5566-535B-38CC-6E42CA7A3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BE"/>
          </a:p>
        </p:txBody>
      </p:sp>
      <p:graphicFrame>
        <p:nvGraphicFramePr>
          <p:cNvPr id="16" name="Tabel 7">
            <a:extLst>
              <a:ext uri="{FF2B5EF4-FFF2-40B4-BE49-F238E27FC236}">
                <a16:creationId xmlns:a16="http://schemas.microsoft.com/office/drawing/2014/main" id="{8688412F-033F-DD2C-E2DC-FF2D040ECD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191926"/>
              </p:ext>
            </p:extLst>
          </p:nvPr>
        </p:nvGraphicFramePr>
        <p:xfrm>
          <a:off x="623888" y="1360485"/>
          <a:ext cx="10944224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9716">
                  <a:extLst>
                    <a:ext uri="{9D8B030D-6E8A-4147-A177-3AD203B41FA5}">
                      <a16:colId xmlns:a16="http://schemas.microsoft.com/office/drawing/2014/main" val="1531312252"/>
                    </a:ext>
                  </a:extLst>
                </a:gridCol>
                <a:gridCol w="9184508">
                  <a:extLst>
                    <a:ext uri="{9D8B030D-6E8A-4147-A177-3AD203B41FA5}">
                      <a16:colId xmlns:a16="http://schemas.microsoft.com/office/drawing/2014/main" val="56476280"/>
                    </a:ext>
                  </a:extLst>
                </a:gridCol>
              </a:tblGrid>
              <a:tr h="301549">
                <a:tc>
                  <a:txBody>
                    <a:bodyPr/>
                    <a:lstStyle/>
                    <a:p>
                      <a:r>
                        <a:rPr lang="nl-BE" sz="1400" dirty="0"/>
                        <a:t>When?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What?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513744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/>
                        <a:t>Friday 13/2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Lab 0 – Introduction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649917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>
                          <a:solidFill>
                            <a:schemeClr val="accent5"/>
                          </a:solidFill>
                        </a:rPr>
                        <a:t>Friday 20/2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>
                          <a:solidFill>
                            <a:schemeClr val="accent5"/>
                          </a:solidFill>
                        </a:rPr>
                        <a:t>No lab session </a:t>
                      </a:r>
                      <a:endParaRPr lang="nl-B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68317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/>
                        <a:t>Friday 27/2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Lab 1 – Application Layer + deadline lab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27353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/>
                        <a:t>Friday 6/3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Lab 1 (cont.)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865867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/>
                        <a:t>Friday 13/3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Lab 2 – Transport Layer + deadline lab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175482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/>
                        <a:t>Friday 20/3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Lab 2 (cont.)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446456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/>
                        <a:t>Friday 27/3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Lab 3 - Network Layer I (IPv4 and IPv6) + deadline lab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020211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>
                          <a:solidFill>
                            <a:schemeClr val="tx1"/>
                          </a:solidFill>
                        </a:rPr>
                        <a:t>Friday 3/4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Lab 3 (cont.) + Lab 4 – Network Layer II (routing)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2598515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>
                          <a:solidFill>
                            <a:schemeClr val="accent5"/>
                          </a:solidFill>
                        </a:rPr>
                        <a:t>Friday 10/4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>
                          <a:solidFill>
                            <a:schemeClr val="accent5"/>
                          </a:solidFill>
                        </a:rPr>
                        <a:t>Easter holiday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417143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>
                          <a:solidFill>
                            <a:schemeClr val="accent5"/>
                          </a:solidFill>
                        </a:rPr>
                        <a:t>Friday 17/4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>
                          <a:solidFill>
                            <a:schemeClr val="accent5"/>
                          </a:solidFill>
                        </a:rPr>
                        <a:t>Easter holiday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662762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/>
                        <a:t>Friday 24/4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Lab 4 (cont.) + deadline lab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703401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>
                          <a:solidFill>
                            <a:schemeClr val="accent5"/>
                          </a:solidFill>
                        </a:rPr>
                        <a:t>Friday 1/5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400" dirty="0">
                          <a:solidFill>
                            <a:schemeClr val="accent5"/>
                          </a:solidFill>
                        </a:rPr>
                        <a:t>No lab session (university closed)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8754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>
                          <a:solidFill>
                            <a:schemeClr val="tx1"/>
                          </a:solidFill>
                        </a:rPr>
                        <a:t>Friday 8/5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400" dirty="0"/>
                        <a:t>Lab 5 – Link Layer </a:t>
                      </a:r>
                      <a:r>
                        <a:rPr lang="nl-BE" sz="1400" dirty="0">
                          <a:solidFill>
                            <a:schemeClr val="tx1"/>
                          </a:solidFill>
                        </a:rPr>
                        <a:t>+ deadline lab 4 </a:t>
                      </a:r>
                      <a:endParaRPr lang="nl-BE" sz="1400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886854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>
                          <a:solidFill>
                            <a:schemeClr val="accent5"/>
                          </a:solidFill>
                        </a:rPr>
                        <a:t>Friday 15/5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400" dirty="0">
                          <a:solidFill>
                            <a:schemeClr val="accent5"/>
                          </a:solidFill>
                        </a:rPr>
                        <a:t>No lab session (university closed)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754544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/>
                        <a:t>Th 21/5 + Fr  22/5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Lab 6 – Link layer II + deadline lab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237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496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625E10FC-E5BA-1E83-7F77-D96DC3083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Let’s start with Lab 0!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D11DE301-9A75-5930-41C5-40FB8A15A9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872011C2-6AAF-6D45-665A-A71A5065C32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547225" y="6338888"/>
            <a:ext cx="2644775" cy="365125"/>
          </a:xfrm>
          <a:prstGeom prst="rect">
            <a:avLst/>
          </a:prstGeom>
        </p:spPr>
        <p:txBody>
          <a:bodyPr/>
          <a:lstStyle/>
          <a:p>
            <a:fld id="{E038E271-308C-2E46-A3EC-56326F9084CC}" type="slidenum">
              <a:rPr lang="nl-BE" smtClean="0"/>
              <a:pPr/>
              <a:t>8</a:t>
            </a:fld>
            <a:endParaRPr lang="nl-BE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820622"/>
      </p:ext>
    </p:extLst>
  </p:cSld>
  <p:clrMapOvr>
    <a:masterClrMapping/>
  </p:clrMapOvr>
</p:sld>
</file>

<file path=ppt/theme/theme1.xml><?xml version="1.0" encoding="utf-8"?>
<a:theme xmlns:a="http://schemas.openxmlformats.org/drawingml/2006/main" name="UAntwerpen-content">
  <a:themeElements>
    <a:clrScheme name="UA - WE">
      <a:dk1>
        <a:srgbClr val="002E65"/>
      </a:dk1>
      <a:lt1>
        <a:srgbClr val="FFFFFF"/>
      </a:lt1>
      <a:dk2>
        <a:srgbClr val="002E65"/>
      </a:dk2>
      <a:lt2>
        <a:srgbClr val="BBCCCC"/>
      </a:lt2>
      <a:accent1>
        <a:srgbClr val="002E65"/>
      </a:accent1>
      <a:accent2>
        <a:srgbClr val="006CA9"/>
      </a:accent2>
      <a:accent3>
        <a:srgbClr val="EA2C38"/>
      </a:accent3>
      <a:accent4>
        <a:srgbClr val="ADA500"/>
      </a:accent4>
      <a:accent5>
        <a:srgbClr val="AC242A"/>
      </a:accent5>
      <a:accent6>
        <a:srgbClr val="44B8F3"/>
      </a:accent6>
      <a:hlink>
        <a:srgbClr val="7575CB"/>
      </a:hlink>
      <a:folHlink>
        <a:srgbClr val="B1009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xtLst>
          <a:ext uri="{91240B29-F687-4f45-9708-019B960494DF}">
            <a14:hiddenLine xmlns:p="http://schemas.openxmlformats.org/presentationml/2006/main" xmlns=""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lIns="180000" tIns="180000" rIns="180000" bIns="180000" rtlCol="0" anchor="ctr"/>
      <a:lstStyle>
        <a:defPPr marL="0" indent="0" algn="ctr">
          <a:spcAft>
            <a:spcPts val="450"/>
          </a:spcAft>
          <a:buFont typeface="Arial" charset="0"/>
          <a:buNone/>
          <a:defRPr sz="1800" b="1" dirty="0" err="1" smtClean="0">
            <a:solidFill>
              <a:schemeClr val="bg1"/>
            </a:solidFill>
            <a:latin typeface="+mn-lt"/>
            <a:ea typeface="Verdana Regular" charset="0"/>
            <a:cs typeface="Verdana Regular" charset="0"/>
            <a:sym typeface="Securitas Sans Light" charset="0"/>
          </a:defRPr>
        </a:defPPr>
      </a:lstStyle>
    </a:spDef>
    <a:lnDef>
      <a:spPr>
        <a:ln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0" indent="0" algn="l">
          <a:buFont typeface="Arial" panose="020B0604020202020204" pitchFamily="34" charset="0"/>
          <a:buNone/>
          <a:defRPr sz="2800" b="1" smtClean="0">
            <a:solidFill>
              <a:schemeClr val="tx1"/>
            </a:solidFill>
            <a:latin typeface="+mn-lt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dp_powerpoint" id="{FEF18948-FC9D-1340-AA00-430FBBA861E5}" vid="{591CA67A-998E-6049-B579-1B92244B0BFA}"/>
    </a:ext>
  </a:extLst>
</a:theme>
</file>

<file path=ppt/theme/theme2.xml><?xml version="1.0" encoding="utf-8"?>
<a:theme xmlns:a="http://schemas.openxmlformats.org/drawingml/2006/main" name="UAntwerpen_titleslides">
  <a:themeElements>
    <a:clrScheme name="UA - WE">
      <a:dk1>
        <a:srgbClr val="002E65"/>
      </a:dk1>
      <a:lt1>
        <a:srgbClr val="FFFFFF"/>
      </a:lt1>
      <a:dk2>
        <a:srgbClr val="002E65"/>
      </a:dk2>
      <a:lt2>
        <a:srgbClr val="BBCCCC"/>
      </a:lt2>
      <a:accent1>
        <a:srgbClr val="002E65"/>
      </a:accent1>
      <a:accent2>
        <a:srgbClr val="006CA9"/>
      </a:accent2>
      <a:accent3>
        <a:srgbClr val="EA2C38"/>
      </a:accent3>
      <a:accent4>
        <a:srgbClr val="ADA500"/>
      </a:accent4>
      <a:accent5>
        <a:srgbClr val="AC242A"/>
      </a:accent5>
      <a:accent6>
        <a:srgbClr val="44B8F3"/>
      </a:accent6>
      <a:hlink>
        <a:srgbClr val="7575CB"/>
      </a:hlink>
      <a:folHlink>
        <a:srgbClr val="B1009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7C9875C091B247AB9617006510CC43" ma:contentTypeVersion="9" ma:contentTypeDescription="Een nieuw document maken." ma:contentTypeScope="" ma:versionID="6792b0d8b1b497ec7b6f2fc518ad6b71">
  <xsd:schema xmlns:xsd="http://www.w3.org/2001/XMLSchema" xmlns:xs="http://www.w3.org/2001/XMLSchema" xmlns:p="http://schemas.microsoft.com/office/2006/metadata/properties" xmlns:ns2="a09e4e9c-009f-4841-8876-57cddbde6e17" xmlns:ns3="e4e19ae9-58fe-4993-a35b-a8a84bb511ff" targetNamespace="http://schemas.microsoft.com/office/2006/metadata/properties" ma:root="true" ma:fieldsID="4e3ada4487ef8e46945618bd17b59294" ns2:_="" ns3:_="">
    <xsd:import namespace="a09e4e9c-009f-4841-8876-57cddbde6e17"/>
    <xsd:import namespace="e4e19ae9-58fe-4993-a35b-a8a84bb511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9e4e9c-009f-4841-8876-57cddbde6e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19ae9-58fe-4993-a35b-a8a84bb511f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449BF5-F7E1-46D5-B581-A176D4426B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9e4e9c-009f-4841-8876-57cddbde6e17"/>
    <ds:schemaRef ds:uri="e4e19ae9-58fe-4993-a35b-a8a84bb511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5A93269-0A2D-4449-AFE7-E8570D6EC4CB}">
  <ds:schemaRefs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www.w3.org/XML/1998/namespace"/>
    <ds:schemaRef ds:uri="e4e19ae9-58fe-4993-a35b-a8a84bb511ff"/>
    <ds:schemaRef ds:uri="http://purl.org/dc/dcmitype/"/>
    <ds:schemaRef ds:uri="http://schemas.microsoft.com/office/2006/documentManagement/types"/>
    <ds:schemaRef ds:uri="http://schemas.microsoft.com/office/infopath/2007/PartnerControls"/>
    <ds:schemaRef ds:uri="a09e4e9c-009f-4841-8876-57cddbde6e17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D6EDECA-2FC6-4CC6-BF57-774C7A66E7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vdp_powerpoint</Template>
  <TotalTime>4654</TotalTime>
  <Words>624</Words>
  <Application>Microsoft Macintosh PowerPoint</Application>
  <PresentationFormat>Breedbeeld</PresentationFormat>
  <Paragraphs>120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2</vt:i4>
      </vt:variant>
      <vt:variant>
        <vt:lpstr>Diatitels</vt:lpstr>
      </vt:variant>
      <vt:variant>
        <vt:i4>8</vt:i4>
      </vt:variant>
    </vt:vector>
  </HeadingPairs>
  <TitlesOfParts>
    <vt:vector size="17" baseType="lpstr">
      <vt:lpstr>Arial</vt:lpstr>
      <vt:lpstr>Calibri</vt:lpstr>
      <vt:lpstr>Calibri Light</vt:lpstr>
      <vt:lpstr>ITC Officina Sans Std Book</vt:lpstr>
      <vt:lpstr>Trebuchet MS</vt:lpstr>
      <vt:lpstr>Verdana</vt:lpstr>
      <vt:lpstr>Wingdings</vt:lpstr>
      <vt:lpstr>UAntwerpen-content</vt:lpstr>
      <vt:lpstr>UAntwerpen_titleslides</vt:lpstr>
      <vt:lpstr>Computer Networks 2025-2026 Exercises: Introduction</vt:lpstr>
      <vt:lpstr>Who are we?</vt:lpstr>
      <vt:lpstr>Practical Arrangements</vt:lpstr>
      <vt:lpstr>Communication</vt:lpstr>
      <vt:lpstr>Grading</vt:lpstr>
      <vt:lpstr>Lab weights &amp; Deadlines</vt:lpstr>
      <vt:lpstr>Schedule</vt:lpstr>
      <vt:lpstr>Let’s start with Lab 0!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Johan Bergs (imec)</cp:lastModifiedBy>
  <cp:revision>59</cp:revision>
  <dcterms:created xsi:type="dcterms:W3CDTF">2020-12-07T09:05:54Z</dcterms:created>
  <dcterms:modified xsi:type="dcterms:W3CDTF">2026-02-12T15:40:59Z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0x010100707C9875C091B247AB9617006510CC43</vt:lpwstr>
  </property>
  <property fmtid="{D5CDD505-2E9C-101B-9397-08002B2CF9AE}" pid="3" name="MSIP_Label_f0eba32c-0974-4663-a3a1-3cd8c30938e9_Enabled">
    <vt:lpwstr>true</vt:lpwstr>
  </property>
  <property fmtid="{D5CDD505-2E9C-101B-9397-08002B2CF9AE}" pid="4" name="MSIP_Label_f0eba32c-0974-4663-a3a1-3cd8c30938e9_SetDate">
    <vt:lpwstr>2026-02-12T07:55:57Z</vt:lpwstr>
  </property>
  <property fmtid="{D5CDD505-2E9C-101B-9397-08002B2CF9AE}" pid="5" name="MSIP_Label_f0eba32c-0974-4663-a3a1-3cd8c30938e9_Method">
    <vt:lpwstr>Privileged</vt:lpwstr>
  </property>
  <property fmtid="{D5CDD505-2E9C-101B-9397-08002B2CF9AE}" pid="6" name="MSIP_Label_f0eba32c-0974-4663-a3a1-3cd8c30938e9_Name">
    <vt:lpwstr>Public - General - Unmarked</vt:lpwstr>
  </property>
  <property fmtid="{D5CDD505-2E9C-101B-9397-08002B2CF9AE}" pid="7" name="MSIP_Label_f0eba32c-0974-4663-a3a1-3cd8c30938e9_SiteId">
    <vt:lpwstr>a72d5a72-25ee-40f0-9bd1-067cb5b770d4</vt:lpwstr>
  </property>
  <property fmtid="{D5CDD505-2E9C-101B-9397-08002B2CF9AE}" pid="8" name="MSIP_Label_f0eba32c-0974-4663-a3a1-3cd8c30938e9_ActionId">
    <vt:lpwstr>08fd8c02-f397-43b9-aa15-b25546b4fc75</vt:lpwstr>
  </property>
  <property fmtid="{D5CDD505-2E9C-101B-9397-08002B2CF9AE}" pid="9" name="MSIP_Label_f0eba32c-0974-4663-a3a1-3cd8c30938e9_ContentBits">
    <vt:lpwstr>0</vt:lpwstr>
  </property>
  <property fmtid="{D5CDD505-2E9C-101B-9397-08002B2CF9AE}" pid="10" name="MSIP_Label_f0eba32c-0974-4663-a3a1-3cd8c30938e9_Tag">
    <vt:lpwstr>50, 0, 1, 1</vt:lpwstr>
  </property>
</Properties>
</file>